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069DD0-CA52-DCAC-09EF-42EA721DD3A1}" v="4031" dt="2026-02-19T23:48:53.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ker, Crystal" userId="S::crystal.walker6@snhu.edu::d59de05e-7a4d-406f-a881-01df427d6f6b" providerId="AD" clId="Web-{D9069DD0-CA52-DCAC-09EF-42EA721DD3A1}"/>
    <pc:docChg chg="addSld modSld">
      <pc:chgData name="Walker, Crystal" userId="S::crystal.walker6@snhu.edu::d59de05e-7a4d-406f-a881-01df427d6f6b" providerId="AD" clId="Web-{D9069DD0-CA52-DCAC-09EF-42EA721DD3A1}" dt="2026-02-19T23:49:21.016" v="4064"/>
      <pc:docMkLst>
        <pc:docMk/>
      </pc:docMkLst>
      <pc:sldChg chg="addSp delSp modSp mod setBg">
        <pc:chgData name="Walker, Crystal" userId="S::crystal.walker6@snhu.edu::d59de05e-7a4d-406f-a881-01df427d6f6b" providerId="AD" clId="Web-{D9069DD0-CA52-DCAC-09EF-42EA721DD3A1}" dt="2026-02-19T23:49:21.016" v="4064"/>
        <pc:sldMkLst>
          <pc:docMk/>
          <pc:sldMk cId="109857222" sldId="256"/>
        </pc:sldMkLst>
        <pc:spChg chg="mod">
          <ac:chgData name="Walker, Crystal" userId="S::crystal.walker6@snhu.edu::d59de05e-7a4d-406f-a881-01df427d6f6b" providerId="AD" clId="Web-{D9069DD0-CA52-DCAC-09EF-42EA721DD3A1}" dt="2026-02-19T23:46:15.956" v="4037"/>
          <ac:spMkLst>
            <pc:docMk/>
            <pc:sldMk cId="109857222" sldId="256"/>
            <ac:spMk id="2" creationId="{00000000-0000-0000-0000-000000000000}"/>
          </ac:spMkLst>
        </pc:spChg>
        <pc:spChg chg="mod">
          <ac:chgData name="Walker, Crystal" userId="S::crystal.walker6@snhu.edu::d59de05e-7a4d-406f-a881-01df427d6f6b" providerId="AD" clId="Web-{D9069DD0-CA52-DCAC-09EF-42EA721DD3A1}" dt="2026-02-19T23:49:21" v="4063"/>
          <ac:spMkLst>
            <pc:docMk/>
            <pc:sldMk cId="109857222" sldId="256"/>
            <ac:spMk id="3" creationId="{00000000-0000-0000-0000-000000000000}"/>
          </ac:spMkLst>
        </pc:spChg>
        <pc:spChg chg="add del">
          <ac:chgData name="Walker, Crystal" userId="S::crystal.walker6@snhu.edu::d59de05e-7a4d-406f-a881-01df427d6f6b" providerId="AD" clId="Web-{D9069DD0-CA52-DCAC-09EF-42EA721DD3A1}" dt="2026-02-19T23:46:15.940" v="4036"/>
          <ac:spMkLst>
            <pc:docMk/>
            <pc:sldMk cId="109857222" sldId="256"/>
            <ac:spMk id="8" creationId="{6F5A5072-7B47-4D32-B52A-4EBBF590B8A5}"/>
          </ac:spMkLst>
        </pc:spChg>
        <pc:spChg chg="add del">
          <ac:chgData name="Walker, Crystal" userId="S::crystal.walker6@snhu.edu::d59de05e-7a4d-406f-a881-01df427d6f6b" providerId="AD" clId="Web-{D9069DD0-CA52-DCAC-09EF-42EA721DD3A1}" dt="2026-02-19T23:46:01.064" v="4034"/>
          <ac:spMkLst>
            <pc:docMk/>
            <pc:sldMk cId="109857222" sldId="256"/>
            <ac:spMk id="9" creationId="{EB0222B5-B739-82A9-5CCC-C5585AE12A69}"/>
          </ac:spMkLst>
        </pc:spChg>
        <pc:spChg chg="add del">
          <ac:chgData name="Walker, Crystal" userId="S::crystal.walker6@snhu.edu::d59de05e-7a4d-406f-a881-01df427d6f6b" providerId="AD" clId="Web-{D9069DD0-CA52-DCAC-09EF-42EA721DD3A1}" dt="2026-02-19T23:46:15.940" v="4036"/>
          <ac:spMkLst>
            <pc:docMk/>
            <pc:sldMk cId="109857222" sldId="256"/>
            <ac:spMk id="10" creationId="{9715DAF0-AE1B-46C9-8A6B-DB2AA05AB91D}"/>
          </ac:spMkLst>
        </pc:spChg>
        <pc:spChg chg="add del">
          <ac:chgData name="Walker, Crystal" userId="S::crystal.walker6@snhu.edu::d59de05e-7a4d-406f-a881-01df427d6f6b" providerId="AD" clId="Web-{D9069DD0-CA52-DCAC-09EF-42EA721DD3A1}" dt="2026-02-19T23:46:01.064" v="4034"/>
          <ac:spMkLst>
            <pc:docMk/>
            <pc:sldMk cId="109857222" sldId="256"/>
            <ac:spMk id="11" creationId="{5BE23E75-E7E9-4D9F-6D25-5512363F8621}"/>
          </ac:spMkLst>
        </pc:spChg>
        <pc:spChg chg="add del">
          <ac:chgData name="Walker, Crystal" userId="S::crystal.walker6@snhu.edu::d59de05e-7a4d-406f-a881-01df427d6f6b" providerId="AD" clId="Web-{D9069DD0-CA52-DCAC-09EF-42EA721DD3A1}" dt="2026-02-19T23:46:15.940" v="4036"/>
          <ac:spMkLst>
            <pc:docMk/>
            <pc:sldMk cId="109857222" sldId="256"/>
            <ac:spMk id="12" creationId="{6016219D-510E-4184-9090-6D5578A87BD1}"/>
          </ac:spMkLst>
        </pc:spChg>
        <pc:spChg chg="add del">
          <ac:chgData name="Walker, Crystal" userId="S::crystal.walker6@snhu.edu::d59de05e-7a4d-406f-a881-01df427d6f6b" providerId="AD" clId="Web-{D9069DD0-CA52-DCAC-09EF-42EA721DD3A1}" dt="2026-02-19T23:46:15.940" v="4036"/>
          <ac:spMkLst>
            <pc:docMk/>
            <pc:sldMk cId="109857222" sldId="256"/>
            <ac:spMk id="14" creationId="{AFF4A713-7B75-4B21-90D7-5AB19547C728}"/>
          </ac:spMkLst>
        </pc:spChg>
        <pc:spChg chg="add del">
          <ac:chgData name="Walker, Crystal" userId="S::crystal.walker6@snhu.edu::d59de05e-7a4d-406f-a881-01df427d6f6b" providerId="AD" clId="Web-{D9069DD0-CA52-DCAC-09EF-42EA721DD3A1}" dt="2026-02-19T23:46:15.940" v="4036"/>
          <ac:spMkLst>
            <pc:docMk/>
            <pc:sldMk cId="109857222" sldId="256"/>
            <ac:spMk id="16" creationId="{DC631C0B-6DA6-4E57-8231-CE32B3434A7E}"/>
          </ac:spMkLst>
        </pc:spChg>
        <pc:spChg chg="add del">
          <ac:chgData name="Walker, Crystal" userId="S::crystal.walker6@snhu.edu::d59de05e-7a4d-406f-a881-01df427d6f6b" providerId="AD" clId="Web-{D9069DD0-CA52-DCAC-09EF-42EA721DD3A1}" dt="2026-02-19T23:46:15.940" v="4036"/>
          <ac:spMkLst>
            <pc:docMk/>
            <pc:sldMk cId="109857222" sldId="256"/>
            <ac:spMk id="18" creationId="{C29501E6-A978-4A61-9689-9085AF97A53A}"/>
          </ac:spMkLst>
        </pc:spChg>
        <pc:spChg chg="add del">
          <ac:chgData name="Walker, Crystal" userId="S::crystal.walker6@snhu.edu::d59de05e-7a4d-406f-a881-01df427d6f6b" providerId="AD" clId="Web-{D9069DD0-CA52-DCAC-09EF-42EA721DD3A1}" dt="2026-02-19T23:49:21.016" v="4064"/>
          <ac:spMkLst>
            <pc:docMk/>
            <pc:sldMk cId="109857222" sldId="256"/>
            <ac:spMk id="20" creationId="{3FBAD350-5664-4811-A208-657FB882D350}"/>
          </ac:spMkLst>
        </pc:spChg>
        <pc:spChg chg="add del">
          <ac:chgData name="Walker, Crystal" userId="S::crystal.walker6@snhu.edu::d59de05e-7a4d-406f-a881-01df427d6f6b" providerId="AD" clId="Web-{D9069DD0-CA52-DCAC-09EF-42EA721DD3A1}" dt="2026-02-19T23:49:16.781" v="4062"/>
          <ac:spMkLst>
            <pc:docMk/>
            <pc:sldMk cId="109857222" sldId="256"/>
            <ac:spMk id="21" creationId="{1A3C89F8-0D2F-47FF-B903-151248265F47}"/>
          </ac:spMkLst>
        </pc:spChg>
        <pc:spChg chg="add del">
          <ac:chgData name="Walker, Crystal" userId="S::crystal.walker6@snhu.edu::d59de05e-7a4d-406f-a881-01df427d6f6b" providerId="AD" clId="Web-{D9069DD0-CA52-DCAC-09EF-42EA721DD3A1}" dt="2026-02-19T23:49:21.016" v="4064"/>
          <ac:spMkLst>
            <pc:docMk/>
            <pc:sldMk cId="109857222" sldId="256"/>
            <ac:spMk id="22" creationId="{C39ADB8F-D187-49D7-BDCF-C1B6DC727068}"/>
          </ac:spMkLst>
        </pc:spChg>
        <pc:spChg chg="add del">
          <ac:chgData name="Walker, Crystal" userId="S::crystal.walker6@snhu.edu::d59de05e-7a4d-406f-a881-01df427d6f6b" providerId="AD" clId="Web-{D9069DD0-CA52-DCAC-09EF-42EA721DD3A1}" dt="2026-02-19T23:49:16.766" v="4061"/>
          <ac:spMkLst>
            <pc:docMk/>
            <pc:sldMk cId="109857222" sldId="256"/>
            <ac:spMk id="23" creationId="{C5CB530E-515E-412C-9DF1-5F8FFBD6F383}"/>
          </ac:spMkLst>
        </pc:spChg>
        <pc:spChg chg="add del">
          <ac:chgData name="Walker, Crystal" userId="S::crystal.walker6@snhu.edu::d59de05e-7a4d-406f-a881-01df427d6f6b" providerId="AD" clId="Web-{D9069DD0-CA52-DCAC-09EF-42EA721DD3A1}" dt="2026-02-19T23:49:21.016" v="4064"/>
          <ac:spMkLst>
            <pc:docMk/>
            <pc:sldMk cId="109857222" sldId="256"/>
            <ac:spMk id="24" creationId="{712D4376-A578-4FF1-94FC-245E7A6A489F}"/>
          </ac:spMkLst>
        </pc:spChg>
        <pc:spChg chg="add del">
          <ac:chgData name="Walker, Crystal" userId="S::crystal.walker6@snhu.edu::d59de05e-7a4d-406f-a881-01df427d6f6b" providerId="AD" clId="Web-{D9069DD0-CA52-DCAC-09EF-42EA721DD3A1}" dt="2026-02-19T23:49:21.016" v="4064"/>
          <ac:spMkLst>
            <pc:docMk/>
            <pc:sldMk cId="109857222" sldId="256"/>
            <ac:spMk id="25" creationId="{AEA7509D-F04F-40CB-A0B3-EEF16499CC9F}"/>
          </ac:spMkLst>
        </pc:spChg>
        <pc:spChg chg="add del">
          <ac:chgData name="Walker, Crystal" userId="S::crystal.walker6@snhu.edu::d59de05e-7a4d-406f-a881-01df427d6f6b" providerId="AD" clId="Web-{D9069DD0-CA52-DCAC-09EF-42EA721DD3A1}" dt="2026-02-19T23:49:21.016" v="4064"/>
          <ac:spMkLst>
            <pc:docMk/>
            <pc:sldMk cId="109857222" sldId="256"/>
            <ac:spMk id="27" creationId="{508BEF50-7B1E-49A4-BC19-5F4F1D755E64}"/>
          </ac:spMkLst>
        </pc:spChg>
        <pc:spChg chg="add del">
          <ac:chgData name="Walker, Crystal" userId="S::crystal.walker6@snhu.edu::d59de05e-7a4d-406f-a881-01df427d6f6b" providerId="AD" clId="Web-{D9069DD0-CA52-DCAC-09EF-42EA721DD3A1}" dt="2026-02-19T23:48:53.483" v="4053"/>
          <ac:spMkLst>
            <pc:docMk/>
            <pc:sldMk cId="109857222" sldId="256"/>
            <ac:spMk id="32" creationId="{6F5A5072-7B47-4D32-B52A-4EBBF590B8A5}"/>
          </ac:spMkLst>
        </pc:spChg>
        <pc:spChg chg="add del">
          <ac:chgData name="Walker, Crystal" userId="S::crystal.walker6@snhu.edu::d59de05e-7a4d-406f-a881-01df427d6f6b" providerId="AD" clId="Web-{D9069DD0-CA52-DCAC-09EF-42EA721DD3A1}" dt="2026-02-19T23:48:53.483" v="4053"/>
          <ac:spMkLst>
            <pc:docMk/>
            <pc:sldMk cId="109857222" sldId="256"/>
            <ac:spMk id="34" creationId="{9715DAF0-AE1B-46C9-8A6B-DB2AA05AB91D}"/>
          </ac:spMkLst>
        </pc:spChg>
        <pc:spChg chg="add del">
          <ac:chgData name="Walker, Crystal" userId="S::crystal.walker6@snhu.edu::d59de05e-7a4d-406f-a881-01df427d6f6b" providerId="AD" clId="Web-{D9069DD0-CA52-DCAC-09EF-42EA721DD3A1}" dt="2026-02-19T23:48:53.483" v="4053"/>
          <ac:spMkLst>
            <pc:docMk/>
            <pc:sldMk cId="109857222" sldId="256"/>
            <ac:spMk id="36" creationId="{6016219D-510E-4184-9090-6D5578A87BD1}"/>
          </ac:spMkLst>
        </pc:spChg>
        <pc:spChg chg="add del">
          <ac:chgData name="Walker, Crystal" userId="S::crystal.walker6@snhu.edu::d59de05e-7a4d-406f-a881-01df427d6f6b" providerId="AD" clId="Web-{D9069DD0-CA52-DCAC-09EF-42EA721DD3A1}" dt="2026-02-19T23:48:53.483" v="4053"/>
          <ac:spMkLst>
            <pc:docMk/>
            <pc:sldMk cId="109857222" sldId="256"/>
            <ac:spMk id="40" creationId="{DC631C0B-6DA6-4E57-8231-CE32B3434A7E}"/>
          </ac:spMkLst>
        </pc:spChg>
        <pc:spChg chg="add del">
          <ac:chgData name="Walker, Crystal" userId="S::crystal.walker6@snhu.edu::d59de05e-7a4d-406f-a881-01df427d6f6b" providerId="AD" clId="Web-{D9069DD0-CA52-DCAC-09EF-42EA721DD3A1}" dt="2026-02-19T23:48:53.483" v="4053"/>
          <ac:spMkLst>
            <pc:docMk/>
            <pc:sldMk cId="109857222" sldId="256"/>
            <ac:spMk id="42" creationId="{C29501E6-A978-4A61-9689-9085AF97A53A}"/>
          </ac:spMkLst>
        </pc:spChg>
        <pc:spChg chg="add del">
          <ac:chgData name="Walker, Crystal" userId="S::crystal.walker6@snhu.edu::d59de05e-7a4d-406f-a881-01df427d6f6b" providerId="AD" clId="Web-{D9069DD0-CA52-DCAC-09EF-42EA721DD3A1}" dt="2026-02-19T23:48:56.780" v="4055"/>
          <ac:spMkLst>
            <pc:docMk/>
            <pc:sldMk cId="109857222" sldId="256"/>
            <ac:spMk id="45" creationId="{1A3C89F8-0D2F-47FF-B903-151248265F47}"/>
          </ac:spMkLst>
        </pc:spChg>
        <pc:spChg chg="add del">
          <ac:chgData name="Walker, Crystal" userId="S::crystal.walker6@snhu.edu::d59de05e-7a4d-406f-a881-01df427d6f6b" providerId="AD" clId="Web-{D9069DD0-CA52-DCAC-09EF-42EA721DD3A1}" dt="2026-02-19T23:48:56.780" v="4055"/>
          <ac:spMkLst>
            <pc:docMk/>
            <pc:sldMk cId="109857222" sldId="256"/>
            <ac:spMk id="46" creationId="{C39ADB8F-D187-49D7-BDCF-C1B6DC727068}"/>
          </ac:spMkLst>
        </pc:spChg>
        <pc:spChg chg="add del">
          <ac:chgData name="Walker, Crystal" userId="S::crystal.walker6@snhu.edu::d59de05e-7a4d-406f-a881-01df427d6f6b" providerId="AD" clId="Web-{D9069DD0-CA52-DCAC-09EF-42EA721DD3A1}" dt="2026-02-19T23:48:56.780" v="4055"/>
          <ac:spMkLst>
            <pc:docMk/>
            <pc:sldMk cId="109857222" sldId="256"/>
            <ac:spMk id="48" creationId="{712D4376-A578-4FF1-94FC-245E7A6A489F}"/>
          </ac:spMkLst>
        </pc:spChg>
        <pc:spChg chg="add del">
          <ac:chgData name="Walker, Crystal" userId="S::crystal.walker6@snhu.edu::d59de05e-7a4d-406f-a881-01df427d6f6b" providerId="AD" clId="Web-{D9069DD0-CA52-DCAC-09EF-42EA721DD3A1}" dt="2026-02-19T23:48:56.780" v="4055"/>
          <ac:spMkLst>
            <pc:docMk/>
            <pc:sldMk cId="109857222" sldId="256"/>
            <ac:spMk id="49" creationId="{AEA7509D-F04F-40CB-A0B3-EEF16499CC9F}"/>
          </ac:spMkLst>
        </pc:spChg>
        <pc:spChg chg="add del">
          <ac:chgData name="Walker, Crystal" userId="S::crystal.walker6@snhu.edu::d59de05e-7a4d-406f-a881-01df427d6f6b" providerId="AD" clId="Web-{D9069DD0-CA52-DCAC-09EF-42EA721DD3A1}" dt="2026-02-19T23:48:56.780" v="4055"/>
          <ac:spMkLst>
            <pc:docMk/>
            <pc:sldMk cId="109857222" sldId="256"/>
            <ac:spMk id="51" creationId="{508BEF50-7B1E-49A4-BC19-5F4F1D755E64}"/>
          </ac:spMkLst>
        </pc:spChg>
        <pc:spChg chg="add del">
          <ac:chgData name="Walker, Crystal" userId="S::crystal.walker6@snhu.edu::d59de05e-7a4d-406f-a881-01df427d6f6b" providerId="AD" clId="Web-{D9069DD0-CA52-DCAC-09EF-42EA721DD3A1}" dt="2026-02-19T23:49:01.593" v="4057"/>
          <ac:spMkLst>
            <pc:docMk/>
            <pc:sldMk cId="109857222" sldId="256"/>
            <ac:spMk id="54" creationId="{5CEAD642-85CF-4750-8432-7C80C901F001}"/>
          </ac:spMkLst>
        </pc:spChg>
        <pc:spChg chg="add del">
          <ac:chgData name="Walker, Crystal" userId="S::crystal.walker6@snhu.edu::d59de05e-7a4d-406f-a881-01df427d6f6b" providerId="AD" clId="Web-{D9069DD0-CA52-DCAC-09EF-42EA721DD3A1}" dt="2026-02-19T23:49:01.593" v="4057"/>
          <ac:spMkLst>
            <pc:docMk/>
            <pc:sldMk cId="109857222" sldId="256"/>
            <ac:spMk id="55" creationId="{FA33EEAE-15D5-4119-8C1E-89D943F911EF}"/>
          </ac:spMkLst>
        </pc:spChg>
        <pc:spChg chg="add del">
          <ac:chgData name="Walker, Crystal" userId="S::crystal.walker6@snhu.edu::d59de05e-7a4d-406f-a881-01df427d6f6b" providerId="AD" clId="Web-{D9069DD0-CA52-DCAC-09EF-42EA721DD3A1}" dt="2026-02-19T23:49:01.593" v="4057"/>
          <ac:spMkLst>
            <pc:docMk/>
            <pc:sldMk cId="109857222" sldId="256"/>
            <ac:spMk id="56" creationId="{730D8B3B-9B80-4025-B934-26DC7D7CD231}"/>
          </ac:spMkLst>
        </pc:spChg>
        <pc:spChg chg="add del">
          <ac:chgData name="Walker, Crystal" userId="S::crystal.walker6@snhu.edu::d59de05e-7a4d-406f-a881-01df427d6f6b" providerId="AD" clId="Web-{D9069DD0-CA52-DCAC-09EF-42EA721DD3A1}" dt="2026-02-19T23:49:01.593" v="4057"/>
          <ac:spMkLst>
            <pc:docMk/>
            <pc:sldMk cId="109857222" sldId="256"/>
            <ac:spMk id="57" creationId="{B5A1B09C-1565-46F8-B70F-621C5EB48A09}"/>
          </ac:spMkLst>
        </pc:spChg>
        <pc:spChg chg="add del">
          <ac:chgData name="Walker, Crystal" userId="S::crystal.walker6@snhu.edu::d59de05e-7a4d-406f-a881-01df427d6f6b" providerId="AD" clId="Web-{D9069DD0-CA52-DCAC-09EF-42EA721DD3A1}" dt="2026-02-19T23:49:01.593" v="4057"/>
          <ac:spMkLst>
            <pc:docMk/>
            <pc:sldMk cId="109857222" sldId="256"/>
            <ac:spMk id="59" creationId="{53947E58-F088-49F1-A3D1-DEA690192E84}"/>
          </ac:spMkLst>
        </pc:spChg>
        <pc:spChg chg="add del">
          <ac:chgData name="Walker, Crystal" userId="S::crystal.walker6@snhu.edu::d59de05e-7a4d-406f-a881-01df427d6f6b" providerId="AD" clId="Web-{D9069DD0-CA52-DCAC-09EF-42EA721DD3A1}" dt="2026-02-19T23:49:10.921" v="4059"/>
          <ac:spMkLst>
            <pc:docMk/>
            <pc:sldMk cId="109857222" sldId="256"/>
            <ac:spMk id="61" creationId="{577D6B2E-37A3-429E-A37C-F30ED6487282}"/>
          </ac:spMkLst>
        </pc:spChg>
        <pc:spChg chg="add del">
          <ac:chgData name="Walker, Crystal" userId="S::crystal.walker6@snhu.edu::d59de05e-7a4d-406f-a881-01df427d6f6b" providerId="AD" clId="Web-{D9069DD0-CA52-DCAC-09EF-42EA721DD3A1}" dt="2026-02-19T23:49:10.921" v="4059"/>
          <ac:spMkLst>
            <pc:docMk/>
            <pc:sldMk cId="109857222" sldId="256"/>
            <ac:spMk id="62" creationId="{5CEAD642-85CF-4750-8432-7C80C901F001}"/>
          </ac:spMkLst>
        </pc:spChg>
        <pc:spChg chg="add del">
          <ac:chgData name="Walker, Crystal" userId="S::crystal.walker6@snhu.edu::d59de05e-7a4d-406f-a881-01df427d6f6b" providerId="AD" clId="Web-{D9069DD0-CA52-DCAC-09EF-42EA721DD3A1}" dt="2026-02-19T23:49:10.921" v="4059"/>
          <ac:spMkLst>
            <pc:docMk/>
            <pc:sldMk cId="109857222" sldId="256"/>
            <ac:spMk id="63" creationId="{FA33EEAE-15D5-4119-8C1E-89D943F911EF}"/>
          </ac:spMkLst>
        </pc:spChg>
        <pc:spChg chg="add del">
          <ac:chgData name="Walker, Crystal" userId="S::crystal.walker6@snhu.edu::d59de05e-7a4d-406f-a881-01df427d6f6b" providerId="AD" clId="Web-{D9069DD0-CA52-DCAC-09EF-42EA721DD3A1}" dt="2026-02-19T23:49:10.921" v="4059"/>
          <ac:spMkLst>
            <pc:docMk/>
            <pc:sldMk cId="109857222" sldId="256"/>
            <ac:spMk id="67" creationId="{B5A1B09C-1565-46F8-B70F-621C5EB48A09}"/>
          </ac:spMkLst>
        </pc:spChg>
        <pc:spChg chg="add del">
          <ac:chgData name="Walker, Crystal" userId="S::crystal.walker6@snhu.edu::d59de05e-7a4d-406f-a881-01df427d6f6b" providerId="AD" clId="Web-{D9069DD0-CA52-DCAC-09EF-42EA721DD3A1}" dt="2026-02-19T23:49:10.921" v="4059"/>
          <ac:spMkLst>
            <pc:docMk/>
            <pc:sldMk cId="109857222" sldId="256"/>
            <ac:spMk id="68" creationId="{8C516CC8-80AC-446C-A56E-9F54B7210402}"/>
          </ac:spMkLst>
        </pc:spChg>
        <pc:spChg chg="add del">
          <ac:chgData name="Walker, Crystal" userId="S::crystal.walker6@snhu.edu::d59de05e-7a4d-406f-a881-01df427d6f6b" providerId="AD" clId="Web-{D9069DD0-CA52-DCAC-09EF-42EA721DD3A1}" dt="2026-02-19T23:49:16.766" v="4061"/>
          <ac:spMkLst>
            <pc:docMk/>
            <pc:sldMk cId="109857222" sldId="256"/>
            <ac:spMk id="70" creationId="{8C790BE2-4E4F-4AAF-81A2-4A6F4885EBE6}"/>
          </ac:spMkLst>
        </pc:spChg>
        <pc:spChg chg="add">
          <ac:chgData name="Walker, Crystal" userId="S::crystal.walker6@snhu.edu::d59de05e-7a4d-406f-a881-01df427d6f6b" providerId="AD" clId="Web-{D9069DD0-CA52-DCAC-09EF-42EA721DD3A1}" dt="2026-02-19T23:49:10.937" v="4060"/>
          <ac:spMkLst>
            <pc:docMk/>
            <pc:sldMk cId="109857222" sldId="256"/>
            <ac:spMk id="71" creationId="{D28B54C3-B57B-472A-B96E-1FCB67093DC2}"/>
          </ac:spMkLst>
        </pc:spChg>
        <pc:spChg chg="add">
          <ac:chgData name="Walker, Crystal" userId="S::crystal.walker6@snhu.edu::d59de05e-7a4d-406f-a881-01df427d6f6b" providerId="AD" clId="Web-{D9069DD0-CA52-DCAC-09EF-42EA721DD3A1}" dt="2026-02-19T23:49:10.937" v="4060"/>
          <ac:spMkLst>
            <pc:docMk/>
            <pc:sldMk cId="109857222" sldId="256"/>
            <ac:spMk id="72" creationId="{7DB3C429-F8DA-49B9-AF84-21996FCF78B5}"/>
          </ac:spMkLst>
        </pc:spChg>
        <pc:spChg chg="del">
          <ac:chgData name="Walker, Crystal" userId="S::crystal.walker6@snhu.edu::d59de05e-7a4d-406f-a881-01df427d6f6b" providerId="AD" clId="Web-{D9069DD0-CA52-DCAC-09EF-42EA721DD3A1}" dt="2026-02-19T23:49:16.766" v="4061"/>
          <ac:spMkLst>
            <pc:docMk/>
            <pc:sldMk cId="109857222" sldId="256"/>
            <ac:spMk id="73" creationId="{E12088DD-B1AD-40E0-8B86-1D87A2CCD9BE}"/>
          </ac:spMkLst>
        </pc:spChg>
        <pc:spChg chg="del">
          <ac:chgData name="Walker, Crystal" userId="S::crystal.walker6@snhu.edu::d59de05e-7a4d-406f-a881-01df427d6f6b" providerId="AD" clId="Web-{D9069DD0-CA52-DCAC-09EF-42EA721DD3A1}" dt="2026-02-19T23:49:16.766" v="4061"/>
          <ac:spMkLst>
            <pc:docMk/>
            <pc:sldMk cId="109857222" sldId="256"/>
            <ac:spMk id="74" creationId="{C4C9F2B0-1044-46EB-8AEB-C3BFFDE6C2CC}"/>
          </ac:spMkLst>
        </pc:spChg>
        <pc:spChg chg="add del">
          <ac:chgData name="Walker, Crystal" userId="S::crystal.walker6@snhu.edu::d59de05e-7a4d-406f-a881-01df427d6f6b" providerId="AD" clId="Web-{D9069DD0-CA52-DCAC-09EF-42EA721DD3A1}" dt="2026-02-19T23:49:16.766" v="4061"/>
          <ac:spMkLst>
            <pc:docMk/>
            <pc:sldMk cId="109857222" sldId="256"/>
            <ac:spMk id="75" creationId="{0C395952-4E26-45A2-8756-2ADFD6E53C6E}"/>
          </ac:spMkLst>
        </pc:spChg>
        <pc:spChg chg="add del">
          <ac:chgData name="Walker, Crystal" userId="S::crystal.walker6@snhu.edu::d59de05e-7a4d-406f-a881-01df427d6f6b" providerId="AD" clId="Web-{D9069DD0-CA52-DCAC-09EF-42EA721DD3A1}" dt="2026-02-19T23:49:16.766" v="4061"/>
          <ac:spMkLst>
            <pc:docMk/>
            <pc:sldMk cId="109857222" sldId="256"/>
            <ac:spMk id="76" creationId="{4734BADF-9461-4621-B112-2D7BABEA7DD0}"/>
          </ac:spMkLst>
        </pc:spChg>
        <pc:spChg chg="add del">
          <ac:chgData name="Walker, Crystal" userId="S::crystal.walker6@snhu.edu::d59de05e-7a4d-406f-a881-01df427d6f6b" providerId="AD" clId="Web-{D9069DD0-CA52-DCAC-09EF-42EA721DD3A1}" dt="2026-02-19T23:49:21" v="4063"/>
          <ac:spMkLst>
            <pc:docMk/>
            <pc:sldMk cId="109857222" sldId="256"/>
            <ac:spMk id="78" creationId="{43C48B49-6135-48B6-AC0F-97E5D8D1F03F}"/>
          </ac:spMkLst>
        </pc:spChg>
        <pc:spChg chg="add del">
          <ac:chgData name="Walker, Crystal" userId="S::crystal.walker6@snhu.edu::d59de05e-7a4d-406f-a881-01df427d6f6b" providerId="AD" clId="Web-{D9069DD0-CA52-DCAC-09EF-42EA721DD3A1}" dt="2026-02-19T23:49:21" v="4063"/>
          <ac:spMkLst>
            <pc:docMk/>
            <pc:sldMk cId="109857222" sldId="256"/>
            <ac:spMk id="79" creationId="{9715DAF0-AE1B-46C9-8A6B-DB2AA05AB91D}"/>
          </ac:spMkLst>
        </pc:spChg>
        <pc:spChg chg="add del">
          <ac:chgData name="Walker, Crystal" userId="S::crystal.walker6@snhu.edu::d59de05e-7a4d-406f-a881-01df427d6f6b" providerId="AD" clId="Web-{D9069DD0-CA52-DCAC-09EF-42EA721DD3A1}" dt="2026-02-19T23:49:21" v="4063"/>
          <ac:spMkLst>
            <pc:docMk/>
            <pc:sldMk cId="109857222" sldId="256"/>
            <ac:spMk id="80" creationId="{DC631C0B-6DA6-4E57-8231-CE32B3434A7E}"/>
          </ac:spMkLst>
        </pc:spChg>
        <pc:spChg chg="add del">
          <ac:chgData name="Walker, Crystal" userId="S::crystal.walker6@snhu.edu::d59de05e-7a4d-406f-a881-01df427d6f6b" providerId="AD" clId="Web-{D9069DD0-CA52-DCAC-09EF-42EA721DD3A1}" dt="2026-02-19T23:49:21" v="4063"/>
          <ac:spMkLst>
            <pc:docMk/>
            <pc:sldMk cId="109857222" sldId="256"/>
            <ac:spMk id="82" creationId="{AFF4A713-7B75-4B21-90D7-5AB19547C728}"/>
          </ac:spMkLst>
        </pc:spChg>
        <pc:spChg chg="add">
          <ac:chgData name="Walker, Crystal" userId="S::crystal.walker6@snhu.edu::d59de05e-7a4d-406f-a881-01df427d6f6b" providerId="AD" clId="Web-{D9069DD0-CA52-DCAC-09EF-42EA721DD3A1}" dt="2026-02-19T23:49:21.016" v="4064"/>
          <ac:spMkLst>
            <pc:docMk/>
            <pc:sldMk cId="109857222" sldId="256"/>
            <ac:spMk id="84" creationId="{DA9C8D46-54D8-4DF1-99A2-E651C7B132F4}"/>
          </ac:spMkLst>
        </pc:spChg>
        <pc:spChg chg="add">
          <ac:chgData name="Walker, Crystal" userId="S::crystal.walker6@snhu.edu::d59de05e-7a4d-406f-a881-01df427d6f6b" providerId="AD" clId="Web-{D9069DD0-CA52-DCAC-09EF-42EA721DD3A1}" dt="2026-02-19T23:49:21.016" v="4064"/>
          <ac:spMkLst>
            <pc:docMk/>
            <pc:sldMk cId="109857222" sldId="256"/>
            <ac:spMk id="86" creationId="{DE12BF4D-F47A-41C1-85FC-652E412D3B47}"/>
          </ac:spMkLst>
        </pc:spChg>
        <pc:spChg chg="add">
          <ac:chgData name="Walker, Crystal" userId="S::crystal.walker6@snhu.edu::d59de05e-7a4d-406f-a881-01df427d6f6b" providerId="AD" clId="Web-{D9069DD0-CA52-DCAC-09EF-42EA721DD3A1}" dt="2026-02-19T23:49:21.016" v="4064"/>
          <ac:spMkLst>
            <pc:docMk/>
            <pc:sldMk cId="109857222" sldId="256"/>
            <ac:spMk id="87" creationId="{AAF055B3-1F95-4ABA-BFE4-A58320A8206E}"/>
          </ac:spMkLst>
        </pc:spChg>
        <pc:spChg chg="add">
          <ac:chgData name="Walker, Crystal" userId="S::crystal.walker6@snhu.edu::d59de05e-7a4d-406f-a881-01df427d6f6b" providerId="AD" clId="Web-{D9069DD0-CA52-DCAC-09EF-42EA721DD3A1}" dt="2026-02-19T23:49:21.016" v="4064"/>
          <ac:spMkLst>
            <pc:docMk/>
            <pc:sldMk cId="109857222" sldId="256"/>
            <ac:spMk id="88" creationId="{65FBF53F-BBBA-4974-AD72-0E8CD294E50F}"/>
          </ac:spMkLst>
        </pc:spChg>
        <pc:spChg chg="add">
          <ac:chgData name="Walker, Crystal" userId="S::crystal.walker6@snhu.edu::d59de05e-7a4d-406f-a881-01df427d6f6b" providerId="AD" clId="Web-{D9069DD0-CA52-DCAC-09EF-42EA721DD3A1}" dt="2026-02-19T23:49:21.016" v="4064"/>
          <ac:spMkLst>
            <pc:docMk/>
            <pc:sldMk cId="109857222" sldId="256"/>
            <ac:spMk id="89" creationId="{5A2875D7-3769-4291-959E-9FAD764A760C}"/>
          </ac:spMkLst>
        </pc:spChg>
        <pc:picChg chg="add del">
          <ac:chgData name="Walker, Crystal" userId="S::crystal.walker6@snhu.edu::d59de05e-7a4d-406f-a881-01df427d6f6b" providerId="AD" clId="Web-{D9069DD0-CA52-DCAC-09EF-42EA721DD3A1}" dt="2026-02-19T23:46:01.064" v="4034"/>
          <ac:picMkLst>
            <pc:docMk/>
            <pc:sldMk cId="109857222" sldId="256"/>
            <ac:picMk id="5" creationId="{4BED0758-4FC7-A1B4-9089-D43FDE2B6E55}"/>
          </ac:picMkLst>
        </pc:picChg>
        <pc:cxnChg chg="add del">
          <ac:chgData name="Walker, Crystal" userId="S::crystal.walker6@snhu.edu::d59de05e-7a4d-406f-a881-01df427d6f6b" providerId="AD" clId="Web-{D9069DD0-CA52-DCAC-09EF-42EA721DD3A1}" dt="2026-02-19T23:46:01.064" v="4034"/>
          <ac:cxnSpMkLst>
            <pc:docMk/>
            <pc:sldMk cId="109857222" sldId="256"/>
            <ac:cxnSpMk id="13" creationId="{61B115DB-65EB-3FC3-7284-CFDF4ADC60B6}"/>
          </ac:cxnSpMkLst>
        </pc:cxnChg>
        <pc:cxnChg chg="add">
          <ac:chgData name="Walker, Crystal" userId="S::crystal.walker6@snhu.edu::d59de05e-7a4d-406f-a881-01df427d6f6b" providerId="AD" clId="Web-{D9069DD0-CA52-DCAC-09EF-42EA721DD3A1}" dt="2026-02-19T23:46:15.956" v="4037"/>
          <ac:cxnSpMkLst>
            <pc:docMk/>
            <pc:sldMk cId="109857222" sldId="256"/>
            <ac:cxnSpMk id="26" creationId="{56020367-4FD5-4596-8E10-C5F095CD8DBF}"/>
          </ac:cxnSpMkLst>
        </pc:cxnChg>
      </pc:sldChg>
      <pc:sldChg chg="addSp modSp new mod setBg">
        <pc:chgData name="Walker, Crystal" userId="S::crystal.walker6@snhu.edu::d59de05e-7a4d-406f-a881-01df427d6f6b" providerId="AD" clId="Web-{D9069DD0-CA52-DCAC-09EF-42EA721DD3A1}" dt="2026-02-19T23:46:27.488" v="4038"/>
        <pc:sldMkLst>
          <pc:docMk/>
          <pc:sldMk cId="2050299599" sldId="257"/>
        </pc:sldMkLst>
        <pc:spChg chg="mod">
          <ac:chgData name="Walker, Crystal" userId="S::crystal.walker6@snhu.edu::d59de05e-7a4d-406f-a881-01df427d6f6b" providerId="AD" clId="Web-{D9069DD0-CA52-DCAC-09EF-42EA721DD3A1}" dt="2026-02-19T23:46:27.488" v="4038"/>
          <ac:spMkLst>
            <pc:docMk/>
            <pc:sldMk cId="2050299599" sldId="257"/>
            <ac:spMk id="2" creationId="{05763C13-9EAE-5EBD-BBBA-402BAB5B4DFC}"/>
          </ac:spMkLst>
        </pc:spChg>
        <pc:spChg chg="mod">
          <ac:chgData name="Walker, Crystal" userId="S::crystal.walker6@snhu.edu::d59de05e-7a4d-406f-a881-01df427d6f6b" providerId="AD" clId="Web-{D9069DD0-CA52-DCAC-09EF-42EA721DD3A1}" dt="2026-02-19T23:46:27.488" v="4038"/>
          <ac:spMkLst>
            <pc:docMk/>
            <pc:sldMk cId="2050299599" sldId="257"/>
            <ac:spMk id="3" creationId="{E73A069B-8395-B1F2-8F9A-EC95F88D3987}"/>
          </ac:spMkLst>
        </pc:spChg>
        <pc:spChg chg="add">
          <ac:chgData name="Walker, Crystal" userId="S::crystal.walker6@snhu.edu::d59de05e-7a4d-406f-a881-01df427d6f6b" providerId="AD" clId="Web-{D9069DD0-CA52-DCAC-09EF-42EA721DD3A1}" dt="2026-02-19T23:46:27.488" v="4038"/>
          <ac:spMkLst>
            <pc:docMk/>
            <pc:sldMk cId="2050299599" sldId="257"/>
            <ac:spMk id="8" creationId="{1B15ED52-F352-441B-82BF-E0EA34836D08}"/>
          </ac:spMkLst>
        </pc:spChg>
        <pc:spChg chg="add">
          <ac:chgData name="Walker, Crystal" userId="S::crystal.walker6@snhu.edu::d59de05e-7a4d-406f-a881-01df427d6f6b" providerId="AD" clId="Web-{D9069DD0-CA52-DCAC-09EF-42EA721DD3A1}" dt="2026-02-19T23:46:27.488" v="4038"/>
          <ac:spMkLst>
            <pc:docMk/>
            <pc:sldMk cId="2050299599" sldId="257"/>
            <ac:spMk id="10" creationId="{3B2E3793-BFE6-45A2-9B7B-E18844431C99}"/>
          </ac:spMkLst>
        </pc:spChg>
        <pc:spChg chg="add">
          <ac:chgData name="Walker, Crystal" userId="S::crystal.walker6@snhu.edu::d59de05e-7a4d-406f-a881-01df427d6f6b" providerId="AD" clId="Web-{D9069DD0-CA52-DCAC-09EF-42EA721DD3A1}" dt="2026-02-19T23:46:27.488" v="4038"/>
          <ac:spMkLst>
            <pc:docMk/>
            <pc:sldMk cId="2050299599" sldId="257"/>
            <ac:spMk id="12" creationId="{BC4C4868-CB8F-4AF9-9CDB-8108F2C19B67}"/>
          </ac:spMkLst>
        </pc:spChg>
        <pc:spChg chg="add">
          <ac:chgData name="Walker, Crystal" userId="S::crystal.walker6@snhu.edu::d59de05e-7a4d-406f-a881-01df427d6f6b" providerId="AD" clId="Web-{D9069DD0-CA52-DCAC-09EF-42EA721DD3A1}" dt="2026-02-19T23:46:27.488" v="4038"/>
          <ac:spMkLst>
            <pc:docMk/>
            <pc:sldMk cId="2050299599" sldId="257"/>
            <ac:spMk id="14" creationId="{375E0459-6403-40CD-989D-56A4407CA12E}"/>
          </ac:spMkLst>
        </pc:spChg>
        <pc:spChg chg="add">
          <ac:chgData name="Walker, Crystal" userId="S::crystal.walker6@snhu.edu::d59de05e-7a4d-406f-a881-01df427d6f6b" providerId="AD" clId="Web-{D9069DD0-CA52-DCAC-09EF-42EA721DD3A1}" dt="2026-02-19T23:46:27.488" v="4038"/>
          <ac:spMkLst>
            <pc:docMk/>
            <pc:sldMk cId="2050299599" sldId="257"/>
            <ac:spMk id="16" creationId="{53E5B1A8-3AC9-4BD1-9BBC-78CA94F2D1BA}"/>
          </ac:spMkLst>
        </pc:spChg>
      </pc:sldChg>
      <pc:sldChg chg="addSp modSp new mod setBg">
        <pc:chgData name="Walker, Crystal" userId="S::crystal.walker6@snhu.edu::d59de05e-7a4d-406f-a881-01df427d6f6b" providerId="AD" clId="Web-{D9069DD0-CA52-DCAC-09EF-42EA721DD3A1}" dt="2026-02-19T23:46:35.270" v="4039"/>
        <pc:sldMkLst>
          <pc:docMk/>
          <pc:sldMk cId="1286163022" sldId="258"/>
        </pc:sldMkLst>
        <pc:spChg chg="mod">
          <ac:chgData name="Walker, Crystal" userId="S::crystal.walker6@snhu.edu::d59de05e-7a4d-406f-a881-01df427d6f6b" providerId="AD" clId="Web-{D9069DD0-CA52-DCAC-09EF-42EA721DD3A1}" dt="2026-02-19T23:46:35.270" v="4039"/>
          <ac:spMkLst>
            <pc:docMk/>
            <pc:sldMk cId="1286163022" sldId="258"/>
            <ac:spMk id="2" creationId="{B4A7999E-69FB-AFDD-0D40-8E575528FBA8}"/>
          </ac:spMkLst>
        </pc:spChg>
        <pc:spChg chg="mod">
          <ac:chgData name="Walker, Crystal" userId="S::crystal.walker6@snhu.edu::d59de05e-7a4d-406f-a881-01df427d6f6b" providerId="AD" clId="Web-{D9069DD0-CA52-DCAC-09EF-42EA721DD3A1}" dt="2026-02-19T23:46:35.270" v="4039"/>
          <ac:spMkLst>
            <pc:docMk/>
            <pc:sldMk cId="1286163022" sldId="258"/>
            <ac:spMk id="3" creationId="{EE101082-6E21-41D5-4BBC-4E46532EBC77}"/>
          </ac:spMkLst>
        </pc:spChg>
        <pc:spChg chg="add">
          <ac:chgData name="Walker, Crystal" userId="S::crystal.walker6@snhu.edu::d59de05e-7a4d-406f-a881-01df427d6f6b" providerId="AD" clId="Web-{D9069DD0-CA52-DCAC-09EF-42EA721DD3A1}" dt="2026-02-19T23:46:35.270" v="4039"/>
          <ac:spMkLst>
            <pc:docMk/>
            <pc:sldMk cId="1286163022" sldId="258"/>
            <ac:spMk id="8" creationId="{1B15ED52-F352-441B-82BF-E0EA34836D08}"/>
          </ac:spMkLst>
        </pc:spChg>
        <pc:spChg chg="add">
          <ac:chgData name="Walker, Crystal" userId="S::crystal.walker6@snhu.edu::d59de05e-7a4d-406f-a881-01df427d6f6b" providerId="AD" clId="Web-{D9069DD0-CA52-DCAC-09EF-42EA721DD3A1}" dt="2026-02-19T23:46:35.270" v="4039"/>
          <ac:spMkLst>
            <pc:docMk/>
            <pc:sldMk cId="1286163022" sldId="258"/>
            <ac:spMk id="10" creationId="{3B2E3793-BFE6-45A2-9B7B-E18844431C99}"/>
          </ac:spMkLst>
        </pc:spChg>
        <pc:spChg chg="add">
          <ac:chgData name="Walker, Crystal" userId="S::crystal.walker6@snhu.edu::d59de05e-7a4d-406f-a881-01df427d6f6b" providerId="AD" clId="Web-{D9069DD0-CA52-DCAC-09EF-42EA721DD3A1}" dt="2026-02-19T23:46:35.270" v="4039"/>
          <ac:spMkLst>
            <pc:docMk/>
            <pc:sldMk cId="1286163022" sldId="258"/>
            <ac:spMk id="12" creationId="{BC4C4868-CB8F-4AF9-9CDB-8108F2C19B67}"/>
          </ac:spMkLst>
        </pc:spChg>
        <pc:spChg chg="add">
          <ac:chgData name="Walker, Crystal" userId="S::crystal.walker6@snhu.edu::d59de05e-7a4d-406f-a881-01df427d6f6b" providerId="AD" clId="Web-{D9069DD0-CA52-DCAC-09EF-42EA721DD3A1}" dt="2026-02-19T23:46:35.270" v="4039"/>
          <ac:spMkLst>
            <pc:docMk/>
            <pc:sldMk cId="1286163022" sldId="258"/>
            <ac:spMk id="14" creationId="{375E0459-6403-40CD-989D-56A4407CA12E}"/>
          </ac:spMkLst>
        </pc:spChg>
        <pc:spChg chg="add">
          <ac:chgData name="Walker, Crystal" userId="S::crystal.walker6@snhu.edu::d59de05e-7a4d-406f-a881-01df427d6f6b" providerId="AD" clId="Web-{D9069DD0-CA52-DCAC-09EF-42EA721DD3A1}" dt="2026-02-19T23:46:35.270" v="4039"/>
          <ac:spMkLst>
            <pc:docMk/>
            <pc:sldMk cId="1286163022" sldId="258"/>
            <ac:spMk id="16" creationId="{53E5B1A8-3AC9-4BD1-9BBC-78CA94F2D1BA}"/>
          </ac:spMkLst>
        </pc:spChg>
      </pc:sldChg>
      <pc:sldChg chg="addSp modSp new mod setBg">
        <pc:chgData name="Walker, Crystal" userId="S::crystal.walker6@snhu.edu::d59de05e-7a4d-406f-a881-01df427d6f6b" providerId="AD" clId="Web-{D9069DD0-CA52-DCAC-09EF-42EA721DD3A1}" dt="2026-02-19T23:46:44.380" v="4040"/>
        <pc:sldMkLst>
          <pc:docMk/>
          <pc:sldMk cId="2379513639" sldId="259"/>
        </pc:sldMkLst>
        <pc:spChg chg="mod">
          <ac:chgData name="Walker, Crystal" userId="S::crystal.walker6@snhu.edu::d59de05e-7a4d-406f-a881-01df427d6f6b" providerId="AD" clId="Web-{D9069DD0-CA52-DCAC-09EF-42EA721DD3A1}" dt="2026-02-19T23:46:44.380" v="4040"/>
          <ac:spMkLst>
            <pc:docMk/>
            <pc:sldMk cId="2379513639" sldId="259"/>
            <ac:spMk id="2" creationId="{2B6D0216-DE2B-390A-1F7F-6F62D1AE8992}"/>
          </ac:spMkLst>
        </pc:spChg>
        <pc:spChg chg="mod">
          <ac:chgData name="Walker, Crystal" userId="S::crystal.walker6@snhu.edu::d59de05e-7a4d-406f-a881-01df427d6f6b" providerId="AD" clId="Web-{D9069DD0-CA52-DCAC-09EF-42EA721DD3A1}" dt="2026-02-19T23:46:44.380" v="4040"/>
          <ac:spMkLst>
            <pc:docMk/>
            <pc:sldMk cId="2379513639" sldId="259"/>
            <ac:spMk id="3" creationId="{1BF97892-6720-05FF-D93A-539C41522ABB}"/>
          </ac:spMkLst>
        </pc:spChg>
        <pc:spChg chg="add">
          <ac:chgData name="Walker, Crystal" userId="S::crystal.walker6@snhu.edu::d59de05e-7a4d-406f-a881-01df427d6f6b" providerId="AD" clId="Web-{D9069DD0-CA52-DCAC-09EF-42EA721DD3A1}" dt="2026-02-19T23:46:44.380" v="4040"/>
          <ac:spMkLst>
            <pc:docMk/>
            <pc:sldMk cId="2379513639" sldId="259"/>
            <ac:spMk id="8" creationId="{DEE2AD96-B495-4E06-9291-B71706F728CB}"/>
          </ac:spMkLst>
        </pc:spChg>
        <pc:spChg chg="add">
          <ac:chgData name="Walker, Crystal" userId="S::crystal.walker6@snhu.edu::d59de05e-7a4d-406f-a881-01df427d6f6b" providerId="AD" clId="Web-{D9069DD0-CA52-DCAC-09EF-42EA721DD3A1}" dt="2026-02-19T23:46:44.380" v="4040"/>
          <ac:spMkLst>
            <pc:docMk/>
            <pc:sldMk cId="2379513639" sldId="259"/>
            <ac:spMk id="10" creationId="{53CF6D67-C5A8-4ADD-9E8E-1E38CA1D3166}"/>
          </ac:spMkLst>
        </pc:spChg>
        <pc:spChg chg="add">
          <ac:chgData name="Walker, Crystal" userId="S::crystal.walker6@snhu.edu::d59de05e-7a4d-406f-a881-01df427d6f6b" providerId="AD" clId="Web-{D9069DD0-CA52-DCAC-09EF-42EA721DD3A1}" dt="2026-02-19T23:46:44.380" v="4040"/>
          <ac:spMkLst>
            <pc:docMk/>
            <pc:sldMk cId="2379513639" sldId="259"/>
            <ac:spMk id="12" creationId="{86909FA0-B515-4681-B7A8-FA281D133B94}"/>
          </ac:spMkLst>
        </pc:spChg>
        <pc:spChg chg="add">
          <ac:chgData name="Walker, Crystal" userId="S::crystal.walker6@snhu.edu::d59de05e-7a4d-406f-a881-01df427d6f6b" providerId="AD" clId="Web-{D9069DD0-CA52-DCAC-09EF-42EA721DD3A1}" dt="2026-02-19T23:46:44.380" v="4040"/>
          <ac:spMkLst>
            <pc:docMk/>
            <pc:sldMk cId="2379513639" sldId="259"/>
            <ac:spMk id="14" creationId="{21C9FE86-FCC3-4A31-AA1C-C882262B7FE7}"/>
          </ac:spMkLst>
        </pc:spChg>
        <pc:spChg chg="add">
          <ac:chgData name="Walker, Crystal" userId="S::crystal.walker6@snhu.edu::d59de05e-7a4d-406f-a881-01df427d6f6b" providerId="AD" clId="Web-{D9069DD0-CA52-DCAC-09EF-42EA721DD3A1}" dt="2026-02-19T23:46:44.380" v="4040"/>
          <ac:spMkLst>
            <pc:docMk/>
            <pc:sldMk cId="2379513639" sldId="259"/>
            <ac:spMk id="16" creationId="{7D96243B-ECED-4B71-8E06-AE9A285EAD20}"/>
          </ac:spMkLst>
        </pc:spChg>
        <pc:spChg chg="add">
          <ac:chgData name="Walker, Crystal" userId="S::crystal.walker6@snhu.edu::d59de05e-7a4d-406f-a881-01df427d6f6b" providerId="AD" clId="Web-{D9069DD0-CA52-DCAC-09EF-42EA721DD3A1}" dt="2026-02-19T23:46:44.380" v="4040"/>
          <ac:spMkLst>
            <pc:docMk/>
            <pc:sldMk cId="2379513639" sldId="259"/>
            <ac:spMk id="18" creationId="{A09989E4-EFDC-4A90-A633-E0525FB4139E}"/>
          </ac:spMkLst>
        </pc:spChg>
      </pc:sldChg>
      <pc:sldChg chg="addSp modSp new mod setBg">
        <pc:chgData name="Walker, Crystal" userId="S::crystal.walker6@snhu.edu::d59de05e-7a4d-406f-a881-01df427d6f6b" providerId="AD" clId="Web-{D9069DD0-CA52-DCAC-09EF-42EA721DD3A1}" dt="2026-02-19T23:46:50.037" v="4041"/>
        <pc:sldMkLst>
          <pc:docMk/>
          <pc:sldMk cId="1426473168" sldId="260"/>
        </pc:sldMkLst>
        <pc:spChg chg="mod">
          <ac:chgData name="Walker, Crystal" userId="S::crystal.walker6@snhu.edu::d59de05e-7a4d-406f-a881-01df427d6f6b" providerId="AD" clId="Web-{D9069DD0-CA52-DCAC-09EF-42EA721DD3A1}" dt="2026-02-19T23:46:50.037" v="4041"/>
          <ac:spMkLst>
            <pc:docMk/>
            <pc:sldMk cId="1426473168" sldId="260"/>
            <ac:spMk id="2" creationId="{4CA59720-9A72-58A7-AB4E-F4D22A8EBDFB}"/>
          </ac:spMkLst>
        </pc:spChg>
        <pc:spChg chg="mod">
          <ac:chgData name="Walker, Crystal" userId="S::crystal.walker6@snhu.edu::d59de05e-7a4d-406f-a881-01df427d6f6b" providerId="AD" clId="Web-{D9069DD0-CA52-DCAC-09EF-42EA721DD3A1}" dt="2026-02-19T23:46:50.037" v="4041"/>
          <ac:spMkLst>
            <pc:docMk/>
            <pc:sldMk cId="1426473168" sldId="260"/>
            <ac:spMk id="3" creationId="{17474F7C-6D78-A6E4-6512-AEFE661FD920}"/>
          </ac:spMkLst>
        </pc:spChg>
        <pc:spChg chg="add">
          <ac:chgData name="Walker, Crystal" userId="S::crystal.walker6@snhu.edu::d59de05e-7a4d-406f-a881-01df427d6f6b" providerId="AD" clId="Web-{D9069DD0-CA52-DCAC-09EF-42EA721DD3A1}" dt="2026-02-19T23:46:50.037" v="4041"/>
          <ac:spMkLst>
            <pc:docMk/>
            <pc:sldMk cId="1426473168" sldId="260"/>
            <ac:spMk id="8" creationId="{DEE2AD96-B495-4E06-9291-B71706F728CB}"/>
          </ac:spMkLst>
        </pc:spChg>
        <pc:spChg chg="add">
          <ac:chgData name="Walker, Crystal" userId="S::crystal.walker6@snhu.edu::d59de05e-7a4d-406f-a881-01df427d6f6b" providerId="AD" clId="Web-{D9069DD0-CA52-DCAC-09EF-42EA721DD3A1}" dt="2026-02-19T23:46:50.037" v="4041"/>
          <ac:spMkLst>
            <pc:docMk/>
            <pc:sldMk cId="1426473168" sldId="260"/>
            <ac:spMk id="10" creationId="{53CF6D67-C5A8-4ADD-9E8E-1E38CA1D3166}"/>
          </ac:spMkLst>
        </pc:spChg>
        <pc:spChg chg="add">
          <ac:chgData name="Walker, Crystal" userId="S::crystal.walker6@snhu.edu::d59de05e-7a4d-406f-a881-01df427d6f6b" providerId="AD" clId="Web-{D9069DD0-CA52-DCAC-09EF-42EA721DD3A1}" dt="2026-02-19T23:46:50.037" v="4041"/>
          <ac:spMkLst>
            <pc:docMk/>
            <pc:sldMk cId="1426473168" sldId="260"/>
            <ac:spMk id="12" creationId="{86909FA0-B515-4681-B7A8-FA281D133B94}"/>
          </ac:spMkLst>
        </pc:spChg>
        <pc:spChg chg="add">
          <ac:chgData name="Walker, Crystal" userId="S::crystal.walker6@snhu.edu::d59de05e-7a4d-406f-a881-01df427d6f6b" providerId="AD" clId="Web-{D9069DD0-CA52-DCAC-09EF-42EA721DD3A1}" dt="2026-02-19T23:46:50.037" v="4041"/>
          <ac:spMkLst>
            <pc:docMk/>
            <pc:sldMk cId="1426473168" sldId="260"/>
            <ac:spMk id="14" creationId="{21C9FE86-FCC3-4A31-AA1C-C882262B7FE7}"/>
          </ac:spMkLst>
        </pc:spChg>
        <pc:spChg chg="add">
          <ac:chgData name="Walker, Crystal" userId="S::crystal.walker6@snhu.edu::d59de05e-7a4d-406f-a881-01df427d6f6b" providerId="AD" clId="Web-{D9069DD0-CA52-DCAC-09EF-42EA721DD3A1}" dt="2026-02-19T23:46:50.037" v="4041"/>
          <ac:spMkLst>
            <pc:docMk/>
            <pc:sldMk cId="1426473168" sldId="260"/>
            <ac:spMk id="16" creationId="{7D96243B-ECED-4B71-8E06-AE9A285EAD20}"/>
          </ac:spMkLst>
        </pc:spChg>
        <pc:spChg chg="add">
          <ac:chgData name="Walker, Crystal" userId="S::crystal.walker6@snhu.edu::d59de05e-7a4d-406f-a881-01df427d6f6b" providerId="AD" clId="Web-{D9069DD0-CA52-DCAC-09EF-42EA721DD3A1}" dt="2026-02-19T23:46:50.037" v="4041"/>
          <ac:spMkLst>
            <pc:docMk/>
            <pc:sldMk cId="1426473168" sldId="260"/>
            <ac:spMk id="18" creationId="{A09989E4-EFDC-4A90-A633-E0525FB4139E}"/>
          </ac:spMkLst>
        </pc:spChg>
      </pc:sldChg>
      <pc:sldChg chg="addSp modSp new mod setBg">
        <pc:chgData name="Walker, Crystal" userId="S::crystal.walker6@snhu.edu::d59de05e-7a4d-406f-a881-01df427d6f6b" providerId="AD" clId="Web-{D9069DD0-CA52-DCAC-09EF-42EA721DD3A1}" dt="2026-02-19T23:46:57.663" v="4042"/>
        <pc:sldMkLst>
          <pc:docMk/>
          <pc:sldMk cId="2155364733" sldId="261"/>
        </pc:sldMkLst>
        <pc:spChg chg="mod">
          <ac:chgData name="Walker, Crystal" userId="S::crystal.walker6@snhu.edu::d59de05e-7a4d-406f-a881-01df427d6f6b" providerId="AD" clId="Web-{D9069DD0-CA52-DCAC-09EF-42EA721DD3A1}" dt="2026-02-19T23:46:57.663" v="4042"/>
          <ac:spMkLst>
            <pc:docMk/>
            <pc:sldMk cId="2155364733" sldId="261"/>
            <ac:spMk id="2" creationId="{5555CEED-25A2-D126-DA0E-859998F48829}"/>
          </ac:spMkLst>
        </pc:spChg>
        <pc:spChg chg="mod">
          <ac:chgData name="Walker, Crystal" userId="S::crystal.walker6@snhu.edu::d59de05e-7a4d-406f-a881-01df427d6f6b" providerId="AD" clId="Web-{D9069DD0-CA52-DCAC-09EF-42EA721DD3A1}" dt="2026-02-19T23:46:57.663" v="4042"/>
          <ac:spMkLst>
            <pc:docMk/>
            <pc:sldMk cId="2155364733" sldId="261"/>
            <ac:spMk id="3" creationId="{A65D5106-D028-488F-35F6-7C7B8518227B}"/>
          </ac:spMkLst>
        </pc:spChg>
        <pc:spChg chg="add">
          <ac:chgData name="Walker, Crystal" userId="S::crystal.walker6@snhu.edu::d59de05e-7a4d-406f-a881-01df427d6f6b" providerId="AD" clId="Web-{D9069DD0-CA52-DCAC-09EF-42EA721DD3A1}" dt="2026-02-19T23:46:57.663" v="4042"/>
          <ac:spMkLst>
            <pc:docMk/>
            <pc:sldMk cId="2155364733" sldId="261"/>
            <ac:spMk id="8" creationId="{DEE2AD96-B495-4E06-9291-B71706F728CB}"/>
          </ac:spMkLst>
        </pc:spChg>
        <pc:spChg chg="add">
          <ac:chgData name="Walker, Crystal" userId="S::crystal.walker6@snhu.edu::d59de05e-7a4d-406f-a881-01df427d6f6b" providerId="AD" clId="Web-{D9069DD0-CA52-DCAC-09EF-42EA721DD3A1}" dt="2026-02-19T23:46:57.663" v="4042"/>
          <ac:spMkLst>
            <pc:docMk/>
            <pc:sldMk cId="2155364733" sldId="261"/>
            <ac:spMk id="10" creationId="{53CF6D67-C5A8-4ADD-9E8E-1E38CA1D3166}"/>
          </ac:spMkLst>
        </pc:spChg>
        <pc:spChg chg="add">
          <ac:chgData name="Walker, Crystal" userId="S::crystal.walker6@snhu.edu::d59de05e-7a4d-406f-a881-01df427d6f6b" providerId="AD" clId="Web-{D9069DD0-CA52-DCAC-09EF-42EA721DD3A1}" dt="2026-02-19T23:46:57.663" v="4042"/>
          <ac:spMkLst>
            <pc:docMk/>
            <pc:sldMk cId="2155364733" sldId="261"/>
            <ac:spMk id="12" creationId="{86909FA0-B515-4681-B7A8-FA281D133B94}"/>
          </ac:spMkLst>
        </pc:spChg>
        <pc:spChg chg="add">
          <ac:chgData name="Walker, Crystal" userId="S::crystal.walker6@snhu.edu::d59de05e-7a4d-406f-a881-01df427d6f6b" providerId="AD" clId="Web-{D9069DD0-CA52-DCAC-09EF-42EA721DD3A1}" dt="2026-02-19T23:46:57.663" v="4042"/>
          <ac:spMkLst>
            <pc:docMk/>
            <pc:sldMk cId="2155364733" sldId="261"/>
            <ac:spMk id="14" creationId="{21C9FE86-FCC3-4A31-AA1C-C882262B7FE7}"/>
          </ac:spMkLst>
        </pc:spChg>
        <pc:spChg chg="add">
          <ac:chgData name="Walker, Crystal" userId="S::crystal.walker6@snhu.edu::d59de05e-7a4d-406f-a881-01df427d6f6b" providerId="AD" clId="Web-{D9069DD0-CA52-DCAC-09EF-42EA721DD3A1}" dt="2026-02-19T23:46:57.663" v="4042"/>
          <ac:spMkLst>
            <pc:docMk/>
            <pc:sldMk cId="2155364733" sldId="261"/>
            <ac:spMk id="16" creationId="{7D96243B-ECED-4B71-8E06-AE9A285EAD20}"/>
          </ac:spMkLst>
        </pc:spChg>
        <pc:spChg chg="add">
          <ac:chgData name="Walker, Crystal" userId="S::crystal.walker6@snhu.edu::d59de05e-7a4d-406f-a881-01df427d6f6b" providerId="AD" clId="Web-{D9069DD0-CA52-DCAC-09EF-42EA721DD3A1}" dt="2026-02-19T23:46:57.663" v="4042"/>
          <ac:spMkLst>
            <pc:docMk/>
            <pc:sldMk cId="2155364733" sldId="261"/>
            <ac:spMk id="18" creationId="{A09989E4-EFDC-4A90-A633-E0525FB4139E}"/>
          </ac:spMkLst>
        </pc:spChg>
      </pc:sldChg>
      <pc:sldChg chg="addSp delSp modSp new mod setBg">
        <pc:chgData name="Walker, Crystal" userId="S::crystal.walker6@snhu.edu::d59de05e-7a4d-406f-a881-01df427d6f6b" providerId="AD" clId="Web-{D9069DD0-CA52-DCAC-09EF-42EA721DD3A1}" dt="2026-02-19T23:47:42.291" v="4049"/>
        <pc:sldMkLst>
          <pc:docMk/>
          <pc:sldMk cId="1768311007" sldId="262"/>
        </pc:sldMkLst>
        <pc:spChg chg="mod">
          <ac:chgData name="Walker, Crystal" userId="S::crystal.walker6@snhu.edu::d59de05e-7a4d-406f-a881-01df427d6f6b" providerId="AD" clId="Web-{D9069DD0-CA52-DCAC-09EF-42EA721DD3A1}" dt="2026-02-19T23:47:42.291" v="4049"/>
          <ac:spMkLst>
            <pc:docMk/>
            <pc:sldMk cId="1768311007" sldId="262"/>
            <ac:spMk id="2" creationId="{777AA966-F6B1-0B7F-6428-6071766EE5A7}"/>
          </ac:spMkLst>
        </pc:spChg>
        <pc:spChg chg="add del mod">
          <ac:chgData name="Walker, Crystal" userId="S::crystal.walker6@snhu.edu::d59de05e-7a4d-406f-a881-01df427d6f6b" providerId="AD" clId="Web-{D9069DD0-CA52-DCAC-09EF-42EA721DD3A1}" dt="2026-02-19T23:47:42.291" v="4049"/>
          <ac:spMkLst>
            <pc:docMk/>
            <pc:sldMk cId="1768311007" sldId="262"/>
            <ac:spMk id="3" creationId="{FEAA6B09-F75B-22E4-1414-BA0308A9C79F}"/>
          </ac:spMkLst>
        </pc:spChg>
        <pc:spChg chg="add del">
          <ac:chgData name="Walker, Crystal" userId="S::crystal.walker6@snhu.edu::d59de05e-7a4d-406f-a881-01df427d6f6b" providerId="AD" clId="Web-{D9069DD0-CA52-DCAC-09EF-42EA721DD3A1}" dt="2026-02-19T23:47:42.260" v="4048"/>
          <ac:spMkLst>
            <pc:docMk/>
            <pc:sldMk cId="1768311007" sldId="262"/>
            <ac:spMk id="8" creationId="{1B15ED52-F352-441B-82BF-E0EA34836D08}"/>
          </ac:spMkLst>
        </pc:spChg>
        <pc:spChg chg="add del">
          <ac:chgData name="Walker, Crystal" userId="S::crystal.walker6@snhu.edu::d59de05e-7a4d-406f-a881-01df427d6f6b" providerId="AD" clId="Web-{D9069DD0-CA52-DCAC-09EF-42EA721DD3A1}" dt="2026-02-19T23:47:24.508" v="4044"/>
          <ac:spMkLst>
            <pc:docMk/>
            <pc:sldMk cId="1768311007" sldId="262"/>
            <ac:spMk id="9" creationId="{BACC6370-2D7E-4714-9D71-7542949D7D5D}"/>
          </ac:spMkLst>
        </pc:spChg>
        <pc:spChg chg="add del">
          <ac:chgData name="Walker, Crystal" userId="S::crystal.walker6@snhu.edu::d59de05e-7a4d-406f-a881-01df427d6f6b" providerId="AD" clId="Web-{D9069DD0-CA52-DCAC-09EF-42EA721DD3A1}" dt="2026-02-19T23:47:42.260" v="4048"/>
          <ac:spMkLst>
            <pc:docMk/>
            <pc:sldMk cId="1768311007" sldId="262"/>
            <ac:spMk id="10" creationId="{3B2E3793-BFE6-45A2-9B7B-E18844431C99}"/>
          </ac:spMkLst>
        </pc:spChg>
        <pc:spChg chg="add del">
          <ac:chgData name="Walker, Crystal" userId="S::crystal.walker6@snhu.edu::d59de05e-7a4d-406f-a881-01df427d6f6b" providerId="AD" clId="Web-{D9069DD0-CA52-DCAC-09EF-42EA721DD3A1}" dt="2026-02-19T23:47:24.508" v="4044"/>
          <ac:spMkLst>
            <pc:docMk/>
            <pc:sldMk cId="1768311007" sldId="262"/>
            <ac:spMk id="11" creationId="{256B2C21-A230-48C0-8DF1-C46611373C44}"/>
          </ac:spMkLst>
        </pc:spChg>
        <pc:spChg chg="add del">
          <ac:chgData name="Walker, Crystal" userId="S::crystal.walker6@snhu.edu::d59de05e-7a4d-406f-a881-01df427d6f6b" providerId="AD" clId="Web-{D9069DD0-CA52-DCAC-09EF-42EA721DD3A1}" dt="2026-02-19T23:47:42.260" v="4048"/>
          <ac:spMkLst>
            <pc:docMk/>
            <pc:sldMk cId="1768311007" sldId="262"/>
            <ac:spMk id="12" creationId="{BC4C4868-CB8F-4AF9-9CDB-8108F2C19B67}"/>
          </ac:spMkLst>
        </pc:spChg>
        <pc:spChg chg="add del">
          <ac:chgData name="Walker, Crystal" userId="S::crystal.walker6@snhu.edu::d59de05e-7a4d-406f-a881-01df427d6f6b" providerId="AD" clId="Web-{D9069DD0-CA52-DCAC-09EF-42EA721DD3A1}" dt="2026-02-19T23:47:24.508" v="4044"/>
          <ac:spMkLst>
            <pc:docMk/>
            <pc:sldMk cId="1768311007" sldId="262"/>
            <ac:spMk id="13" creationId="{3847E18C-932D-4C95-AABA-FEC7C9499AD7}"/>
          </ac:spMkLst>
        </pc:spChg>
        <pc:spChg chg="add del">
          <ac:chgData name="Walker, Crystal" userId="S::crystal.walker6@snhu.edu::d59de05e-7a4d-406f-a881-01df427d6f6b" providerId="AD" clId="Web-{D9069DD0-CA52-DCAC-09EF-42EA721DD3A1}" dt="2026-02-19T23:47:42.260" v="4048"/>
          <ac:spMkLst>
            <pc:docMk/>
            <pc:sldMk cId="1768311007" sldId="262"/>
            <ac:spMk id="14" creationId="{375E0459-6403-40CD-989D-56A4407CA12E}"/>
          </ac:spMkLst>
        </pc:spChg>
        <pc:spChg chg="add del">
          <ac:chgData name="Walker, Crystal" userId="S::crystal.walker6@snhu.edu::d59de05e-7a4d-406f-a881-01df427d6f6b" providerId="AD" clId="Web-{D9069DD0-CA52-DCAC-09EF-42EA721DD3A1}" dt="2026-02-19T23:47:24.508" v="4044"/>
          <ac:spMkLst>
            <pc:docMk/>
            <pc:sldMk cId="1768311007" sldId="262"/>
            <ac:spMk id="15" creationId="{3150CB11-0C61-439E-910F-5787759E72A0}"/>
          </ac:spMkLst>
        </pc:spChg>
        <pc:spChg chg="add del">
          <ac:chgData name="Walker, Crystal" userId="S::crystal.walker6@snhu.edu::d59de05e-7a4d-406f-a881-01df427d6f6b" providerId="AD" clId="Web-{D9069DD0-CA52-DCAC-09EF-42EA721DD3A1}" dt="2026-02-19T23:47:42.260" v="4048"/>
          <ac:spMkLst>
            <pc:docMk/>
            <pc:sldMk cId="1768311007" sldId="262"/>
            <ac:spMk id="16" creationId="{53E5B1A8-3AC9-4BD1-9BBC-78CA94F2D1BA}"/>
          </ac:spMkLst>
        </pc:spChg>
        <pc:spChg chg="add del">
          <ac:chgData name="Walker, Crystal" userId="S::crystal.walker6@snhu.edu::d59de05e-7a4d-406f-a881-01df427d6f6b" providerId="AD" clId="Web-{D9069DD0-CA52-DCAC-09EF-42EA721DD3A1}" dt="2026-02-19T23:47:24.508" v="4044"/>
          <ac:spMkLst>
            <pc:docMk/>
            <pc:sldMk cId="1768311007" sldId="262"/>
            <ac:spMk id="17" creationId="{43F8A58B-5155-44CE-A5FF-7647B47D0A7A}"/>
          </ac:spMkLst>
        </pc:spChg>
        <pc:spChg chg="add del">
          <ac:chgData name="Walker, Crystal" userId="S::crystal.walker6@snhu.edu::d59de05e-7a4d-406f-a881-01df427d6f6b" providerId="AD" clId="Web-{D9069DD0-CA52-DCAC-09EF-42EA721DD3A1}" dt="2026-02-19T23:47:24.508" v="4044"/>
          <ac:spMkLst>
            <pc:docMk/>
            <pc:sldMk cId="1768311007" sldId="262"/>
            <ac:spMk id="19" creationId="{443F2ACA-E6D6-4028-82DD-F03C262D5DE6}"/>
          </ac:spMkLst>
        </pc:spChg>
        <pc:spChg chg="add del">
          <ac:chgData name="Walker, Crystal" userId="S::crystal.walker6@snhu.edu::d59de05e-7a4d-406f-a881-01df427d6f6b" providerId="AD" clId="Web-{D9069DD0-CA52-DCAC-09EF-42EA721DD3A1}" dt="2026-02-19T23:47:38.213" v="4046"/>
          <ac:spMkLst>
            <pc:docMk/>
            <pc:sldMk cId="1768311007" sldId="262"/>
            <ac:spMk id="21" creationId="{C0763A76-9F1C-4FC5-82B7-DD475DA461B2}"/>
          </ac:spMkLst>
        </pc:spChg>
        <pc:spChg chg="add del">
          <ac:chgData name="Walker, Crystal" userId="S::crystal.walker6@snhu.edu::d59de05e-7a4d-406f-a881-01df427d6f6b" providerId="AD" clId="Web-{D9069DD0-CA52-DCAC-09EF-42EA721DD3A1}" dt="2026-02-19T23:47:38.213" v="4046"/>
          <ac:spMkLst>
            <pc:docMk/>
            <pc:sldMk cId="1768311007" sldId="262"/>
            <ac:spMk id="22" creationId="{E81BF4F6-F2CF-4984-9D14-D6966D92F99F}"/>
          </ac:spMkLst>
        </pc:spChg>
        <pc:spChg chg="add del">
          <ac:chgData name="Walker, Crystal" userId="S::crystal.walker6@snhu.edu::d59de05e-7a4d-406f-a881-01df427d6f6b" providerId="AD" clId="Web-{D9069DD0-CA52-DCAC-09EF-42EA721DD3A1}" dt="2026-02-19T23:47:38.213" v="4046"/>
          <ac:spMkLst>
            <pc:docMk/>
            <pc:sldMk cId="1768311007" sldId="262"/>
            <ac:spMk id="23" creationId="{FEAA6B09-F75B-22E4-1414-BA0308A9C79F}"/>
          </ac:spMkLst>
        </pc:spChg>
        <pc:spChg chg="add del">
          <ac:chgData name="Walker, Crystal" userId="S::crystal.walker6@snhu.edu::d59de05e-7a4d-406f-a881-01df427d6f6b" providerId="AD" clId="Web-{D9069DD0-CA52-DCAC-09EF-42EA721DD3A1}" dt="2026-02-19T23:47:42.260" v="4048"/>
          <ac:spMkLst>
            <pc:docMk/>
            <pc:sldMk cId="1768311007" sldId="262"/>
            <ac:spMk id="26" creationId="{FEAA6B09-F75B-22E4-1414-BA0308A9C79F}"/>
          </ac:spMkLst>
        </pc:spChg>
        <pc:spChg chg="add">
          <ac:chgData name="Walker, Crystal" userId="S::crystal.walker6@snhu.edu::d59de05e-7a4d-406f-a881-01df427d6f6b" providerId="AD" clId="Web-{D9069DD0-CA52-DCAC-09EF-42EA721DD3A1}" dt="2026-02-19T23:47:42.291" v="4049"/>
          <ac:spMkLst>
            <pc:docMk/>
            <pc:sldMk cId="1768311007" sldId="262"/>
            <ac:spMk id="28" creationId="{53B021B3-DE93-4AB7-8A18-CF5F1CED88B8}"/>
          </ac:spMkLst>
        </pc:spChg>
        <pc:spChg chg="add">
          <ac:chgData name="Walker, Crystal" userId="S::crystal.walker6@snhu.edu::d59de05e-7a4d-406f-a881-01df427d6f6b" providerId="AD" clId="Web-{D9069DD0-CA52-DCAC-09EF-42EA721DD3A1}" dt="2026-02-19T23:47:42.291" v="4049"/>
          <ac:spMkLst>
            <pc:docMk/>
            <pc:sldMk cId="1768311007" sldId="262"/>
            <ac:spMk id="29" creationId="{52D502E5-F6B4-4D58-B4AE-FC466FF15EE8}"/>
          </ac:spMkLst>
        </pc:spChg>
        <pc:spChg chg="add">
          <ac:chgData name="Walker, Crystal" userId="S::crystal.walker6@snhu.edu::d59de05e-7a4d-406f-a881-01df427d6f6b" providerId="AD" clId="Web-{D9069DD0-CA52-DCAC-09EF-42EA721DD3A1}" dt="2026-02-19T23:47:42.291" v="4049"/>
          <ac:spMkLst>
            <pc:docMk/>
            <pc:sldMk cId="1768311007" sldId="262"/>
            <ac:spMk id="30" creationId="{9DECDBF4-02B6-4BB4-B65B-B8107AD6A9E8}"/>
          </ac:spMkLst>
        </pc:spChg>
        <pc:graphicFrameChg chg="add del">
          <ac:chgData name="Walker, Crystal" userId="S::crystal.walker6@snhu.edu::d59de05e-7a4d-406f-a881-01df427d6f6b" providerId="AD" clId="Web-{D9069DD0-CA52-DCAC-09EF-42EA721DD3A1}" dt="2026-02-19T23:47:24.508" v="4044"/>
          <ac:graphicFrameMkLst>
            <pc:docMk/>
            <pc:sldMk cId="1768311007" sldId="262"/>
            <ac:graphicFrameMk id="5" creationId="{BF7A5F2E-1601-B2B3-C081-89A54C735122}"/>
          </ac:graphicFrameMkLst>
        </pc:graphicFrameChg>
        <pc:graphicFrameChg chg="add">
          <ac:chgData name="Walker, Crystal" userId="S::crystal.walker6@snhu.edu::d59de05e-7a4d-406f-a881-01df427d6f6b" providerId="AD" clId="Web-{D9069DD0-CA52-DCAC-09EF-42EA721DD3A1}" dt="2026-02-19T23:47:42.291" v="4049"/>
          <ac:graphicFrameMkLst>
            <pc:docMk/>
            <pc:sldMk cId="1768311007" sldId="262"/>
            <ac:graphicFrameMk id="31" creationId="{819230E3-68D9-2C1A-3D1B-79CD7D07390F}"/>
          </ac:graphicFrameMkLst>
        </pc:graphicFrameChg>
        <pc:picChg chg="add del">
          <ac:chgData name="Walker, Crystal" userId="S::crystal.walker6@snhu.edu::d59de05e-7a4d-406f-a881-01df427d6f6b" providerId="AD" clId="Web-{D9069DD0-CA52-DCAC-09EF-42EA721DD3A1}" dt="2026-02-19T23:47:38.213" v="4046"/>
          <ac:picMkLst>
            <pc:docMk/>
            <pc:sldMk cId="1768311007" sldId="262"/>
            <ac:picMk id="24" creationId="{8A111B02-AAEF-AF62-1F23-8633A2451CB0}"/>
          </ac:picMkLst>
        </pc:picChg>
      </pc:sldChg>
      <pc:sldChg chg="addSp delSp modSp new mod setBg">
        <pc:chgData name="Walker, Crystal" userId="S::crystal.walker6@snhu.edu::d59de05e-7a4d-406f-a881-01df427d6f6b" providerId="AD" clId="Web-{D9069DD0-CA52-DCAC-09EF-42EA721DD3A1}" dt="2026-02-19T23:48:17.825" v="4050"/>
        <pc:sldMkLst>
          <pc:docMk/>
          <pc:sldMk cId="2051464974" sldId="263"/>
        </pc:sldMkLst>
        <pc:spChg chg="mod">
          <ac:chgData name="Walker, Crystal" userId="S::crystal.walker6@snhu.edu::d59de05e-7a4d-406f-a881-01df427d6f6b" providerId="AD" clId="Web-{D9069DD0-CA52-DCAC-09EF-42EA721DD3A1}" dt="2026-02-19T23:48:17.825" v="4050"/>
          <ac:spMkLst>
            <pc:docMk/>
            <pc:sldMk cId="2051464974" sldId="263"/>
            <ac:spMk id="2" creationId="{0F47E005-F264-357C-4437-2F9C0DE9BA5F}"/>
          </ac:spMkLst>
        </pc:spChg>
        <pc:spChg chg="del mod">
          <ac:chgData name="Walker, Crystal" userId="S::crystal.walker6@snhu.edu::d59de05e-7a4d-406f-a881-01df427d6f6b" providerId="AD" clId="Web-{D9069DD0-CA52-DCAC-09EF-42EA721DD3A1}" dt="2026-02-19T23:48:17.825" v="4050"/>
          <ac:spMkLst>
            <pc:docMk/>
            <pc:sldMk cId="2051464974" sldId="263"/>
            <ac:spMk id="3" creationId="{E4D94864-737C-27C6-5D8D-A84D3BB366CD}"/>
          </ac:spMkLst>
        </pc:spChg>
        <pc:spChg chg="add">
          <ac:chgData name="Walker, Crystal" userId="S::crystal.walker6@snhu.edu::d59de05e-7a4d-406f-a881-01df427d6f6b" providerId="AD" clId="Web-{D9069DD0-CA52-DCAC-09EF-42EA721DD3A1}" dt="2026-02-19T23:48:17.825" v="4050"/>
          <ac:spMkLst>
            <pc:docMk/>
            <pc:sldMk cId="2051464974" sldId="263"/>
            <ac:spMk id="9" creationId="{BACC6370-2D7E-4714-9D71-7542949D7D5D}"/>
          </ac:spMkLst>
        </pc:spChg>
        <pc:spChg chg="add">
          <ac:chgData name="Walker, Crystal" userId="S::crystal.walker6@snhu.edu::d59de05e-7a4d-406f-a881-01df427d6f6b" providerId="AD" clId="Web-{D9069DD0-CA52-DCAC-09EF-42EA721DD3A1}" dt="2026-02-19T23:48:17.825" v="4050"/>
          <ac:spMkLst>
            <pc:docMk/>
            <pc:sldMk cId="2051464974" sldId="263"/>
            <ac:spMk id="11" creationId="{F68B3F68-107C-434F-AA38-110D5EA91B85}"/>
          </ac:spMkLst>
        </pc:spChg>
        <pc:spChg chg="add">
          <ac:chgData name="Walker, Crystal" userId="S::crystal.walker6@snhu.edu::d59de05e-7a4d-406f-a881-01df427d6f6b" providerId="AD" clId="Web-{D9069DD0-CA52-DCAC-09EF-42EA721DD3A1}" dt="2026-02-19T23:48:17.825" v="4050"/>
          <ac:spMkLst>
            <pc:docMk/>
            <pc:sldMk cId="2051464974" sldId="263"/>
            <ac:spMk id="13" creationId="{AAD0DBB9-1A4B-4391-81D4-CB19F9AB918A}"/>
          </ac:spMkLst>
        </pc:spChg>
        <pc:spChg chg="add">
          <ac:chgData name="Walker, Crystal" userId="S::crystal.walker6@snhu.edu::d59de05e-7a4d-406f-a881-01df427d6f6b" providerId="AD" clId="Web-{D9069DD0-CA52-DCAC-09EF-42EA721DD3A1}" dt="2026-02-19T23:48:17.825" v="4050"/>
          <ac:spMkLst>
            <pc:docMk/>
            <pc:sldMk cId="2051464974" sldId="263"/>
            <ac:spMk id="15" creationId="{063BBA22-50EA-4C4D-BE05-F1CE4E63AA56}"/>
          </ac:spMkLst>
        </pc:spChg>
        <pc:graphicFrameChg chg="add">
          <ac:chgData name="Walker, Crystal" userId="S::crystal.walker6@snhu.edu::d59de05e-7a4d-406f-a881-01df427d6f6b" providerId="AD" clId="Web-{D9069DD0-CA52-DCAC-09EF-42EA721DD3A1}" dt="2026-02-19T23:48:17.825" v="4050"/>
          <ac:graphicFrameMkLst>
            <pc:docMk/>
            <pc:sldMk cId="2051464974" sldId="263"/>
            <ac:graphicFrameMk id="5" creationId="{7A27C6DE-7173-8142-6E58-C8DEF8531733}"/>
          </ac:graphicFrameMkLst>
        </pc:graphicFrameChg>
      </pc:sldChg>
      <pc:sldChg chg="addSp modSp new mod setBg">
        <pc:chgData name="Walker, Crystal" userId="S::crystal.walker6@snhu.edu::d59de05e-7a4d-406f-a881-01df427d6f6b" providerId="AD" clId="Web-{D9069DD0-CA52-DCAC-09EF-42EA721DD3A1}" dt="2026-02-19T23:48:31.138" v="4051"/>
        <pc:sldMkLst>
          <pc:docMk/>
          <pc:sldMk cId="3542799129" sldId="264"/>
        </pc:sldMkLst>
        <pc:spChg chg="mod">
          <ac:chgData name="Walker, Crystal" userId="S::crystal.walker6@snhu.edu::d59de05e-7a4d-406f-a881-01df427d6f6b" providerId="AD" clId="Web-{D9069DD0-CA52-DCAC-09EF-42EA721DD3A1}" dt="2026-02-19T23:48:31.138" v="4051"/>
          <ac:spMkLst>
            <pc:docMk/>
            <pc:sldMk cId="3542799129" sldId="264"/>
            <ac:spMk id="2" creationId="{ED0DAC46-38E9-EE01-3B2B-D027EC99F64E}"/>
          </ac:spMkLst>
        </pc:spChg>
        <pc:spChg chg="mod">
          <ac:chgData name="Walker, Crystal" userId="S::crystal.walker6@snhu.edu::d59de05e-7a4d-406f-a881-01df427d6f6b" providerId="AD" clId="Web-{D9069DD0-CA52-DCAC-09EF-42EA721DD3A1}" dt="2026-02-19T23:48:31.138" v="4051"/>
          <ac:spMkLst>
            <pc:docMk/>
            <pc:sldMk cId="3542799129" sldId="264"/>
            <ac:spMk id="3" creationId="{09368999-580C-40B2-DFC3-FE70C8C538BF}"/>
          </ac:spMkLst>
        </pc:spChg>
        <pc:spChg chg="add">
          <ac:chgData name="Walker, Crystal" userId="S::crystal.walker6@snhu.edu::d59de05e-7a4d-406f-a881-01df427d6f6b" providerId="AD" clId="Web-{D9069DD0-CA52-DCAC-09EF-42EA721DD3A1}" dt="2026-02-19T23:48:31.138" v="4051"/>
          <ac:spMkLst>
            <pc:docMk/>
            <pc:sldMk cId="3542799129" sldId="264"/>
            <ac:spMk id="8" creationId="{1B15ED52-F352-441B-82BF-E0EA34836D08}"/>
          </ac:spMkLst>
        </pc:spChg>
        <pc:spChg chg="add">
          <ac:chgData name="Walker, Crystal" userId="S::crystal.walker6@snhu.edu::d59de05e-7a4d-406f-a881-01df427d6f6b" providerId="AD" clId="Web-{D9069DD0-CA52-DCAC-09EF-42EA721DD3A1}" dt="2026-02-19T23:48:31.138" v="4051"/>
          <ac:spMkLst>
            <pc:docMk/>
            <pc:sldMk cId="3542799129" sldId="264"/>
            <ac:spMk id="10" creationId="{3B2E3793-BFE6-45A2-9B7B-E18844431C99}"/>
          </ac:spMkLst>
        </pc:spChg>
        <pc:spChg chg="add">
          <ac:chgData name="Walker, Crystal" userId="S::crystal.walker6@snhu.edu::d59de05e-7a4d-406f-a881-01df427d6f6b" providerId="AD" clId="Web-{D9069DD0-CA52-DCAC-09EF-42EA721DD3A1}" dt="2026-02-19T23:48:31.138" v="4051"/>
          <ac:spMkLst>
            <pc:docMk/>
            <pc:sldMk cId="3542799129" sldId="264"/>
            <ac:spMk id="12" creationId="{BC4C4868-CB8F-4AF9-9CDB-8108F2C19B67}"/>
          </ac:spMkLst>
        </pc:spChg>
        <pc:spChg chg="add">
          <ac:chgData name="Walker, Crystal" userId="S::crystal.walker6@snhu.edu::d59de05e-7a4d-406f-a881-01df427d6f6b" providerId="AD" clId="Web-{D9069DD0-CA52-DCAC-09EF-42EA721DD3A1}" dt="2026-02-19T23:48:31.138" v="4051"/>
          <ac:spMkLst>
            <pc:docMk/>
            <pc:sldMk cId="3542799129" sldId="264"/>
            <ac:spMk id="14" creationId="{375E0459-6403-40CD-989D-56A4407CA12E}"/>
          </ac:spMkLst>
        </pc:spChg>
        <pc:spChg chg="add">
          <ac:chgData name="Walker, Crystal" userId="S::crystal.walker6@snhu.edu::d59de05e-7a4d-406f-a881-01df427d6f6b" providerId="AD" clId="Web-{D9069DD0-CA52-DCAC-09EF-42EA721DD3A1}" dt="2026-02-19T23:48:31.138" v="4051"/>
          <ac:spMkLst>
            <pc:docMk/>
            <pc:sldMk cId="3542799129" sldId="264"/>
            <ac:spMk id="16" creationId="{53E5B1A8-3AC9-4BD1-9BBC-78CA94F2D1B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670BCD-4DF0-4CA3-B446-52B3A56FE3B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A57D1FA-995B-47BF-A9E9-85CA30FB9433}">
      <dgm:prSet/>
      <dgm:spPr/>
      <dgm:t>
        <a:bodyPr/>
        <a:lstStyle/>
        <a:p>
          <a:r>
            <a:rPr lang="en-US"/>
            <a:t>The Waterfall development method does not allow for change during the project. Requirements are gathered before the project, and those specifications cannot be altered until the entire project is completed. </a:t>
          </a:r>
        </a:p>
      </dgm:t>
    </dgm:pt>
    <dgm:pt modelId="{437D1B11-B928-4F03-8E35-A684806B5804}" type="parTrans" cxnId="{F6913388-E089-400F-9B91-2ABC148482F9}">
      <dgm:prSet/>
      <dgm:spPr/>
      <dgm:t>
        <a:bodyPr/>
        <a:lstStyle/>
        <a:p>
          <a:endParaRPr lang="en-US"/>
        </a:p>
      </dgm:t>
    </dgm:pt>
    <dgm:pt modelId="{29021E85-BFE7-4914-99CA-6712F079F1D8}" type="sibTrans" cxnId="{F6913388-E089-400F-9B91-2ABC148482F9}">
      <dgm:prSet/>
      <dgm:spPr/>
      <dgm:t>
        <a:bodyPr/>
        <a:lstStyle/>
        <a:p>
          <a:endParaRPr lang="en-US"/>
        </a:p>
      </dgm:t>
    </dgm:pt>
    <dgm:pt modelId="{F33790AD-E3AB-4479-9FEE-6B945B8CEC73}">
      <dgm:prSet/>
      <dgm:spPr/>
      <dgm:t>
        <a:bodyPr/>
        <a:lstStyle/>
        <a:p>
          <a:r>
            <a:rPr lang="en-US"/>
            <a:t>Agile however allows for changes throughout the process. As seen with the SNHU Travel project, when stakeholders wished to change the type of vacation packages they offered mid-project. </a:t>
          </a:r>
        </a:p>
      </dgm:t>
    </dgm:pt>
    <dgm:pt modelId="{EFE257D4-0A0C-4CDF-B450-9A1A4E0D4F7E}" type="parTrans" cxnId="{9B739478-D243-4171-84CE-1DAD33C2A284}">
      <dgm:prSet/>
      <dgm:spPr/>
      <dgm:t>
        <a:bodyPr/>
        <a:lstStyle/>
        <a:p>
          <a:endParaRPr lang="en-US"/>
        </a:p>
      </dgm:t>
    </dgm:pt>
    <dgm:pt modelId="{8FE5DDC0-FC57-4128-BFCF-FFEA4EC1D3DC}" type="sibTrans" cxnId="{9B739478-D243-4171-84CE-1DAD33C2A284}">
      <dgm:prSet/>
      <dgm:spPr/>
      <dgm:t>
        <a:bodyPr/>
        <a:lstStyle/>
        <a:p>
          <a:endParaRPr lang="en-US"/>
        </a:p>
      </dgm:t>
    </dgm:pt>
    <dgm:pt modelId="{485528F7-AFEC-452C-B1DB-BFA05C84DECE}">
      <dgm:prSet/>
      <dgm:spPr/>
      <dgm:t>
        <a:bodyPr/>
        <a:lstStyle/>
        <a:p>
          <a:r>
            <a:rPr lang="en-US"/>
            <a:t>Using the Waterfall method the vacation destinations list would have been built completely then after all the work was completed the team would have had to go back and alter the entire list of vacations to meet the new stakeholder requirements.</a:t>
          </a:r>
        </a:p>
      </dgm:t>
    </dgm:pt>
    <dgm:pt modelId="{9152AEC3-FFF1-43DA-A82E-FD027BBF00E5}" type="parTrans" cxnId="{F3EABFB8-0553-49C8-9340-2DBAE0E2D08F}">
      <dgm:prSet/>
      <dgm:spPr/>
      <dgm:t>
        <a:bodyPr/>
        <a:lstStyle/>
        <a:p>
          <a:endParaRPr lang="en-US"/>
        </a:p>
      </dgm:t>
    </dgm:pt>
    <dgm:pt modelId="{D977DC55-166C-44E4-9ED5-B12DAF85129C}" type="sibTrans" cxnId="{F3EABFB8-0553-49C8-9340-2DBAE0E2D08F}">
      <dgm:prSet/>
      <dgm:spPr/>
      <dgm:t>
        <a:bodyPr/>
        <a:lstStyle/>
        <a:p>
          <a:endParaRPr lang="en-US"/>
        </a:p>
      </dgm:t>
    </dgm:pt>
    <dgm:pt modelId="{5A4F4D08-D53E-4337-8227-844992C4F165}" type="pres">
      <dgm:prSet presAssocID="{AA670BCD-4DF0-4CA3-B446-52B3A56FE3BB}" presName="root" presStyleCnt="0">
        <dgm:presLayoutVars>
          <dgm:dir/>
          <dgm:resizeHandles val="exact"/>
        </dgm:presLayoutVars>
      </dgm:prSet>
      <dgm:spPr/>
    </dgm:pt>
    <dgm:pt modelId="{47647326-0AD6-42D7-8FC7-87B680403BFC}" type="pres">
      <dgm:prSet presAssocID="{1A57D1FA-995B-47BF-A9E9-85CA30FB9433}" presName="compNode" presStyleCnt="0"/>
      <dgm:spPr/>
    </dgm:pt>
    <dgm:pt modelId="{AFC97F73-3D07-4A5B-AC1E-ADCDD090969A}" type="pres">
      <dgm:prSet presAssocID="{1A57D1FA-995B-47BF-A9E9-85CA30FB9433}" presName="bgRect" presStyleLbl="bgShp" presStyleIdx="0" presStyleCnt="3"/>
      <dgm:spPr/>
    </dgm:pt>
    <dgm:pt modelId="{88195C35-B9A3-46E8-B980-B2995AB56C3D}" type="pres">
      <dgm:prSet presAssocID="{1A57D1FA-995B-47BF-A9E9-85CA30FB94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terfall scene"/>
        </a:ext>
      </dgm:extLst>
    </dgm:pt>
    <dgm:pt modelId="{1C5BAD6A-1D0B-4A1A-8BE8-A9E742E6D88A}" type="pres">
      <dgm:prSet presAssocID="{1A57D1FA-995B-47BF-A9E9-85CA30FB9433}" presName="spaceRect" presStyleCnt="0"/>
      <dgm:spPr/>
    </dgm:pt>
    <dgm:pt modelId="{FDCA1C8D-C773-4569-BC2C-184C6BB3C524}" type="pres">
      <dgm:prSet presAssocID="{1A57D1FA-995B-47BF-A9E9-85CA30FB9433}" presName="parTx" presStyleLbl="revTx" presStyleIdx="0" presStyleCnt="3">
        <dgm:presLayoutVars>
          <dgm:chMax val="0"/>
          <dgm:chPref val="0"/>
        </dgm:presLayoutVars>
      </dgm:prSet>
      <dgm:spPr/>
    </dgm:pt>
    <dgm:pt modelId="{7DDF9985-812C-4984-AFD8-7ADB83EECD01}" type="pres">
      <dgm:prSet presAssocID="{29021E85-BFE7-4914-99CA-6712F079F1D8}" presName="sibTrans" presStyleCnt="0"/>
      <dgm:spPr/>
    </dgm:pt>
    <dgm:pt modelId="{DDAABFF6-98B6-425F-8E54-BAED54BD63CC}" type="pres">
      <dgm:prSet presAssocID="{F33790AD-E3AB-4479-9FEE-6B945B8CEC73}" presName="compNode" presStyleCnt="0"/>
      <dgm:spPr/>
    </dgm:pt>
    <dgm:pt modelId="{2DFB1BB3-0B5A-4099-A7D2-EA3DBF537839}" type="pres">
      <dgm:prSet presAssocID="{F33790AD-E3AB-4479-9FEE-6B945B8CEC73}" presName="bgRect" presStyleLbl="bgShp" presStyleIdx="1" presStyleCnt="3"/>
      <dgm:spPr/>
    </dgm:pt>
    <dgm:pt modelId="{97653C13-B093-4A94-892E-427DB7752AE2}" type="pres">
      <dgm:prSet presAssocID="{F33790AD-E3AB-4479-9FEE-6B945B8CEC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irplane"/>
        </a:ext>
      </dgm:extLst>
    </dgm:pt>
    <dgm:pt modelId="{7954E9EB-68D4-4EE3-9AA7-1BAF3B7DDB90}" type="pres">
      <dgm:prSet presAssocID="{F33790AD-E3AB-4479-9FEE-6B945B8CEC73}" presName="spaceRect" presStyleCnt="0"/>
      <dgm:spPr/>
    </dgm:pt>
    <dgm:pt modelId="{85BA4554-1777-438C-B106-83714F525045}" type="pres">
      <dgm:prSet presAssocID="{F33790AD-E3AB-4479-9FEE-6B945B8CEC73}" presName="parTx" presStyleLbl="revTx" presStyleIdx="1" presStyleCnt="3">
        <dgm:presLayoutVars>
          <dgm:chMax val="0"/>
          <dgm:chPref val="0"/>
        </dgm:presLayoutVars>
      </dgm:prSet>
      <dgm:spPr/>
    </dgm:pt>
    <dgm:pt modelId="{7F36BDB6-1F93-4AB1-990E-9CE169E45BCB}" type="pres">
      <dgm:prSet presAssocID="{8FE5DDC0-FC57-4128-BFCF-FFEA4EC1D3DC}" presName="sibTrans" presStyleCnt="0"/>
      <dgm:spPr/>
    </dgm:pt>
    <dgm:pt modelId="{89340880-EABE-4377-84F0-9BA3846C1D19}" type="pres">
      <dgm:prSet presAssocID="{485528F7-AFEC-452C-B1DB-BFA05C84DECE}" presName="compNode" presStyleCnt="0"/>
      <dgm:spPr/>
    </dgm:pt>
    <dgm:pt modelId="{2483C59D-1678-4E6A-98AC-E5CFE7BB46C9}" type="pres">
      <dgm:prSet presAssocID="{485528F7-AFEC-452C-B1DB-BFA05C84DECE}" presName="bgRect" presStyleLbl="bgShp" presStyleIdx="2" presStyleCnt="3"/>
      <dgm:spPr/>
    </dgm:pt>
    <dgm:pt modelId="{BC55F2F6-EEE9-426E-B24B-750CC44C548F}" type="pres">
      <dgm:prSet presAssocID="{485528F7-AFEC-452C-B1DB-BFA05C84DE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1AAB0D7D-41BC-48E4-B46F-B263F1057B39}" type="pres">
      <dgm:prSet presAssocID="{485528F7-AFEC-452C-B1DB-BFA05C84DECE}" presName="spaceRect" presStyleCnt="0"/>
      <dgm:spPr/>
    </dgm:pt>
    <dgm:pt modelId="{1DC2E4E7-37EE-4304-BFA1-897C2605E2DE}" type="pres">
      <dgm:prSet presAssocID="{485528F7-AFEC-452C-B1DB-BFA05C84DECE}" presName="parTx" presStyleLbl="revTx" presStyleIdx="2" presStyleCnt="3">
        <dgm:presLayoutVars>
          <dgm:chMax val="0"/>
          <dgm:chPref val="0"/>
        </dgm:presLayoutVars>
      </dgm:prSet>
      <dgm:spPr/>
    </dgm:pt>
  </dgm:ptLst>
  <dgm:cxnLst>
    <dgm:cxn modelId="{9B739478-D243-4171-84CE-1DAD33C2A284}" srcId="{AA670BCD-4DF0-4CA3-B446-52B3A56FE3BB}" destId="{F33790AD-E3AB-4479-9FEE-6B945B8CEC73}" srcOrd="1" destOrd="0" parTransId="{EFE257D4-0A0C-4CDF-B450-9A1A4E0D4F7E}" sibTransId="{8FE5DDC0-FC57-4128-BFCF-FFEA4EC1D3DC}"/>
    <dgm:cxn modelId="{F6913388-E089-400F-9B91-2ABC148482F9}" srcId="{AA670BCD-4DF0-4CA3-B446-52B3A56FE3BB}" destId="{1A57D1FA-995B-47BF-A9E9-85CA30FB9433}" srcOrd="0" destOrd="0" parTransId="{437D1B11-B928-4F03-8E35-A684806B5804}" sibTransId="{29021E85-BFE7-4914-99CA-6712F079F1D8}"/>
    <dgm:cxn modelId="{32ABABB3-2D37-4281-9C0F-ECAC94784E0C}" type="presOf" srcId="{1A57D1FA-995B-47BF-A9E9-85CA30FB9433}" destId="{FDCA1C8D-C773-4569-BC2C-184C6BB3C524}" srcOrd="0" destOrd="0" presId="urn:microsoft.com/office/officeart/2018/2/layout/IconVerticalSolidList"/>
    <dgm:cxn modelId="{F3EABFB8-0553-49C8-9340-2DBAE0E2D08F}" srcId="{AA670BCD-4DF0-4CA3-B446-52B3A56FE3BB}" destId="{485528F7-AFEC-452C-B1DB-BFA05C84DECE}" srcOrd="2" destOrd="0" parTransId="{9152AEC3-FFF1-43DA-A82E-FD027BBF00E5}" sibTransId="{D977DC55-166C-44E4-9ED5-B12DAF85129C}"/>
    <dgm:cxn modelId="{161D7FC0-0121-43E1-871C-591BC1333743}" type="presOf" srcId="{AA670BCD-4DF0-4CA3-B446-52B3A56FE3BB}" destId="{5A4F4D08-D53E-4337-8227-844992C4F165}" srcOrd="0" destOrd="0" presId="urn:microsoft.com/office/officeart/2018/2/layout/IconVerticalSolidList"/>
    <dgm:cxn modelId="{2D4E1BC9-BC56-4D6B-B9A4-ECAA7284DBA0}" type="presOf" srcId="{F33790AD-E3AB-4479-9FEE-6B945B8CEC73}" destId="{85BA4554-1777-438C-B106-83714F525045}" srcOrd="0" destOrd="0" presId="urn:microsoft.com/office/officeart/2018/2/layout/IconVerticalSolidList"/>
    <dgm:cxn modelId="{6E5D18E8-5BCA-4E22-A54B-519AF3185243}" type="presOf" srcId="{485528F7-AFEC-452C-B1DB-BFA05C84DECE}" destId="{1DC2E4E7-37EE-4304-BFA1-897C2605E2DE}" srcOrd="0" destOrd="0" presId="urn:microsoft.com/office/officeart/2018/2/layout/IconVerticalSolidList"/>
    <dgm:cxn modelId="{EDC9B901-F0ED-4487-99A1-4D28546074ED}" type="presParOf" srcId="{5A4F4D08-D53E-4337-8227-844992C4F165}" destId="{47647326-0AD6-42D7-8FC7-87B680403BFC}" srcOrd="0" destOrd="0" presId="urn:microsoft.com/office/officeart/2018/2/layout/IconVerticalSolidList"/>
    <dgm:cxn modelId="{0A494C3B-41BE-434E-89D3-1297A8A99B9A}" type="presParOf" srcId="{47647326-0AD6-42D7-8FC7-87B680403BFC}" destId="{AFC97F73-3D07-4A5B-AC1E-ADCDD090969A}" srcOrd="0" destOrd="0" presId="urn:microsoft.com/office/officeart/2018/2/layout/IconVerticalSolidList"/>
    <dgm:cxn modelId="{CA3CC40B-E9D5-4397-BF28-FB811432BA1D}" type="presParOf" srcId="{47647326-0AD6-42D7-8FC7-87B680403BFC}" destId="{88195C35-B9A3-46E8-B980-B2995AB56C3D}" srcOrd="1" destOrd="0" presId="urn:microsoft.com/office/officeart/2018/2/layout/IconVerticalSolidList"/>
    <dgm:cxn modelId="{19B707AE-FFF2-42DC-B5FD-C9C27B48D2F7}" type="presParOf" srcId="{47647326-0AD6-42D7-8FC7-87B680403BFC}" destId="{1C5BAD6A-1D0B-4A1A-8BE8-A9E742E6D88A}" srcOrd="2" destOrd="0" presId="urn:microsoft.com/office/officeart/2018/2/layout/IconVerticalSolidList"/>
    <dgm:cxn modelId="{3C21149A-C2F4-4FF6-8651-23F41DD2E11F}" type="presParOf" srcId="{47647326-0AD6-42D7-8FC7-87B680403BFC}" destId="{FDCA1C8D-C773-4569-BC2C-184C6BB3C524}" srcOrd="3" destOrd="0" presId="urn:microsoft.com/office/officeart/2018/2/layout/IconVerticalSolidList"/>
    <dgm:cxn modelId="{EB559982-545A-4A17-BDE7-FDE7FE3A2690}" type="presParOf" srcId="{5A4F4D08-D53E-4337-8227-844992C4F165}" destId="{7DDF9985-812C-4984-AFD8-7ADB83EECD01}" srcOrd="1" destOrd="0" presId="urn:microsoft.com/office/officeart/2018/2/layout/IconVerticalSolidList"/>
    <dgm:cxn modelId="{880FDA92-D33D-4EE6-95FC-AF559FDC8A7F}" type="presParOf" srcId="{5A4F4D08-D53E-4337-8227-844992C4F165}" destId="{DDAABFF6-98B6-425F-8E54-BAED54BD63CC}" srcOrd="2" destOrd="0" presId="urn:microsoft.com/office/officeart/2018/2/layout/IconVerticalSolidList"/>
    <dgm:cxn modelId="{220242F9-ADC5-4100-90D4-4FACFBD96EDA}" type="presParOf" srcId="{DDAABFF6-98B6-425F-8E54-BAED54BD63CC}" destId="{2DFB1BB3-0B5A-4099-A7D2-EA3DBF537839}" srcOrd="0" destOrd="0" presId="urn:microsoft.com/office/officeart/2018/2/layout/IconVerticalSolidList"/>
    <dgm:cxn modelId="{7F5B7DFA-CAC0-435E-BC39-A7B00977BC46}" type="presParOf" srcId="{DDAABFF6-98B6-425F-8E54-BAED54BD63CC}" destId="{97653C13-B093-4A94-892E-427DB7752AE2}" srcOrd="1" destOrd="0" presId="urn:microsoft.com/office/officeart/2018/2/layout/IconVerticalSolidList"/>
    <dgm:cxn modelId="{F0A25CAD-80C6-4A6F-A4F8-08C727498ED2}" type="presParOf" srcId="{DDAABFF6-98B6-425F-8E54-BAED54BD63CC}" destId="{7954E9EB-68D4-4EE3-9AA7-1BAF3B7DDB90}" srcOrd="2" destOrd="0" presId="urn:microsoft.com/office/officeart/2018/2/layout/IconVerticalSolidList"/>
    <dgm:cxn modelId="{0B5EBC1F-0A93-48CE-88E3-49D89AC1DE7C}" type="presParOf" srcId="{DDAABFF6-98B6-425F-8E54-BAED54BD63CC}" destId="{85BA4554-1777-438C-B106-83714F525045}" srcOrd="3" destOrd="0" presId="urn:microsoft.com/office/officeart/2018/2/layout/IconVerticalSolidList"/>
    <dgm:cxn modelId="{C3716569-7CB2-4429-B0F1-D84DC26655DC}" type="presParOf" srcId="{5A4F4D08-D53E-4337-8227-844992C4F165}" destId="{7F36BDB6-1F93-4AB1-990E-9CE169E45BCB}" srcOrd="3" destOrd="0" presId="urn:microsoft.com/office/officeart/2018/2/layout/IconVerticalSolidList"/>
    <dgm:cxn modelId="{CE5C0120-DF17-4B09-9EB7-AB40CBDBA76B}" type="presParOf" srcId="{5A4F4D08-D53E-4337-8227-844992C4F165}" destId="{89340880-EABE-4377-84F0-9BA3846C1D19}" srcOrd="4" destOrd="0" presId="urn:microsoft.com/office/officeart/2018/2/layout/IconVerticalSolidList"/>
    <dgm:cxn modelId="{55CCFCE8-426D-411B-9EB3-A3262147F3D7}" type="presParOf" srcId="{89340880-EABE-4377-84F0-9BA3846C1D19}" destId="{2483C59D-1678-4E6A-98AC-E5CFE7BB46C9}" srcOrd="0" destOrd="0" presId="urn:microsoft.com/office/officeart/2018/2/layout/IconVerticalSolidList"/>
    <dgm:cxn modelId="{812DD56C-F887-4049-A169-D024085F3103}" type="presParOf" srcId="{89340880-EABE-4377-84F0-9BA3846C1D19}" destId="{BC55F2F6-EEE9-426E-B24B-750CC44C548F}" srcOrd="1" destOrd="0" presId="urn:microsoft.com/office/officeart/2018/2/layout/IconVerticalSolidList"/>
    <dgm:cxn modelId="{B20D7ADE-DA4F-4E9E-99A4-36282530A50C}" type="presParOf" srcId="{89340880-EABE-4377-84F0-9BA3846C1D19}" destId="{1AAB0D7D-41BC-48E4-B46F-B263F1057B39}" srcOrd="2" destOrd="0" presId="urn:microsoft.com/office/officeart/2018/2/layout/IconVerticalSolidList"/>
    <dgm:cxn modelId="{E8CB0BEA-140A-4FA9-8365-44F3545C8A4B}" type="presParOf" srcId="{89340880-EABE-4377-84F0-9BA3846C1D19}" destId="{1DC2E4E7-37EE-4304-BFA1-897C2605E2D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A24520-1B07-4185-AE43-093EE1321A7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4C1C647-9EBC-4254-BB33-B8B026C35FF6}">
      <dgm:prSet/>
      <dgm:spPr/>
      <dgm:t>
        <a:bodyPr/>
        <a:lstStyle/>
        <a:p>
          <a:r>
            <a:rPr lang="en-US"/>
            <a:t>While each of these approaches to software design have their merits. For this particular project with SNHU Travel, the Agile methodology was the right choice.</a:t>
          </a:r>
        </a:p>
      </dgm:t>
    </dgm:pt>
    <dgm:pt modelId="{6DBE1E9A-2055-41A9-B853-7D913426AD83}" type="parTrans" cxnId="{08CF750F-1D47-4E4A-ACC2-EE80C4BC534A}">
      <dgm:prSet/>
      <dgm:spPr/>
      <dgm:t>
        <a:bodyPr/>
        <a:lstStyle/>
        <a:p>
          <a:endParaRPr lang="en-US"/>
        </a:p>
      </dgm:t>
    </dgm:pt>
    <dgm:pt modelId="{9A443FFC-B60D-4CF2-BC17-25B5A6AF8B19}" type="sibTrans" cxnId="{08CF750F-1D47-4E4A-ACC2-EE80C4BC534A}">
      <dgm:prSet/>
      <dgm:spPr/>
      <dgm:t>
        <a:bodyPr/>
        <a:lstStyle/>
        <a:p>
          <a:endParaRPr lang="en-US"/>
        </a:p>
      </dgm:t>
    </dgm:pt>
    <dgm:pt modelId="{2577B61F-9606-45DD-AEA6-D2A71E22B85F}">
      <dgm:prSet/>
      <dgm:spPr/>
      <dgm:t>
        <a:bodyPr/>
        <a:lstStyle/>
        <a:p>
          <a:r>
            <a:rPr lang="en-US"/>
            <a:t>Twice during development, the stakeholders requested to make changes and both times the team was able to make these changes right away allowing them to produce working software sooner. </a:t>
          </a:r>
        </a:p>
      </dgm:t>
    </dgm:pt>
    <dgm:pt modelId="{C688D060-8B17-4CDD-B7DE-F74A0894B21E}" type="parTrans" cxnId="{8BBC6F9B-2587-43FF-A3F3-61A10690A5EC}">
      <dgm:prSet/>
      <dgm:spPr/>
      <dgm:t>
        <a:bodyPr/>
        <a:lstStyle/>
        <a:p>
          <a:endParaRPr lang="en-US"/>
        </a:p>
      </dgm:t>
    </dgm:pt>
    <dgm:pt modelId="{696232F9-37CB-467E-B345-45E730548912}" type="sibTrans" cxnId="{8BBC6F9B-2587-43FF-A3F3-61A10690A5EC}">
      <dgm:prSet/>
      <dgm:spPr/>
      <dgm:t>
        <a:bodyPr/>
        <a:lstStyle/>
        <a:p>
          <a:endParaRPr lang="en-US"/>
        </a:p>
      </dgm:t>
    </dgm:pt>
    <dgm:pt modelId="{4CA41E92-B9A1-4D91-B6BD-75589C8190FF}">
      <dgm:prSet/>
      <dgm:spPr/>
      <dgm:t>
        <a:bodyPr/>
        <a:lstStyle/>
        <a:p>
          <a:r>
            <a:rPr lang="en-US"/>
            <a:t>Allowing for adaptation during development not only saves the company money, but more importantly time. Time that could be used to bring in more clients and complete projects better and faster. </a:t>
          </a:r>
        </a:p>
      </dgm:t>
    </dgm:pt>
    <dgm:pt modelId="{339DD1A6-EDCC-4D96-A2BE-61B8242564CC}" type="parTrans" cxnId="{B7AC03A9-BDF8-4BBD-9422-EBC8060CDFDE}">
      <dgm:prSet/>
      <dgm:spPr/>
      <dgm:t>
        <a:bodyPr/>
        <a:lstStyle/>
        <a:p>
          <a:endParaRPr lang="en-US"/>
        </a:p>
      </dgm:t>
    </dgm:pt>
    <dgm:pt modelId="{77AFC4E9-83CA-4529-A908-E1594466C819}" type="sibTrans" cxnId="{B7AC03A9-BDF8-4BBD-9422-EBC8060CDFDE}">
      <dgm:prSet/>
      <dgm:spPr/>
      <dgm:t>
        <a:bodyPr/>
        <a:lstStyle/>
        <a:p>
          <a:endParaRPr lang="en-US"/>
        </a:p>
      </dgm:t>
    </dgm:pt>
    <dgm:pt modelId="{9D856D49-41FD-4532-9F87-C109595C7A09}" type="pres">
      <dgm:prSet presAssocID="{90A24520-1B07-4185-AE43-093EE1321A79}" presName="root" presStyleCnt="0">
        <dgm:presLayoutVars>
          <dgm:dir/>
          <dgm:resizeHandles val="exact"/>
        </dgm:presLayoutVars>
      </dgm:prSet>
      <dgm:spPr/>
    </dgm:pt>
    <dgm:pt modelId="{814C3527-8495-4DAA-8107-DA1542F778C3}" type="pres">
      <dgm:prSet presAssocID="{04C1C647-9EBC-4254-BB33-B8B026C35FF6}" presName="compNode" presStyleCnt="0"/>
      <dgm:spPr/>
    </dgm:pt>
    <dgm:pt modelId="{275FB585-0E40-4194-B31D-FD4E1A935D05}" type="pres">
      <dgm:prSet presAssocID="{04C1C647-9EBC-4254-BB33-B8B026C35F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144A4790-F989-4059-8D3B-627859E2529D}" type="pres">
      <dgm:prSet presAssocID="{04C1C647-9EBC-4254-BB33-B8B026C35FF6}" presName="spaceRect" presStyleCnt="0"/>
      <dgm:spPr/>
    </dgm:pt>
    <dgm:pt modelId="{F5079DAD-3186-4501-9C32-077330456730}" type="pres">
      <dgm:prSet presAssocID="{04C1C647-9EBC-4254-BB33-B8B026C35FF6}" presName="textRect" presStyleLbl="revTx" presStyleIdx="0" presStyleCnt="3">
        <dgm:presLayoutVars>
          <dgm:chMax val="1"/>
          <dgm:chPref val="1"/>
        </dgm:presLayoutVars>
      </dgm:prSet>
      <dgm:spPr/>
    </dgm:pt>
    <dgm:pt modelId="{32E39800-8E62-4E64-AA1B-46A85F3C46E3}" type="pres">
      <dgm:prSet presAssocID="{9A443FFC-B60D-4CF2-BC17-25B5A6AF8B19}" presName="sibTrans" presStyleCnt="0"/>
      <dgm:spPr/>
    </dgm:pt>
    <dgm:pt modelId="{58D0B1D3-5B8E-4C1E-A629-20EBA98E8C6D}" type="pres">
      <dgm:prSet presAssocID="{2577B61F-9606-45DD-AEA6-D2A71E22B85F}" presName="compNode" presStyleCnt="0"/>
      <dgm:spPr/>
    </dgm:pt>
    <dgm:pt modelId="{A8A9564D-E776-4911-BC07-2CB7E3157F1A}" type="pres">
      <dgm:prSet presAssocID="{2577B61F-9606-45DD-AEA6-D2A71E22B85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64D7B445-DF81-4E7C-878F-DDFA01A9E341}" type="pres">
      <dgm:prSet presAssocID="{2577B61F-9606-45DD-AEA6-D2A71E22B85F}" presName="spaceRect" presStyleCnt="0"/>
      <dgm:spPr/>
    </dgm:pt>
    <dgm:pt modelId="{7A3D0DBA-030B-4BB4-A37C-FB7409F42C5C}" type="pres">
      <dgm:prSet presAssocID="{2577B61F-9606-45DD-AEA6-D2A71E22B85F}" presName="textRect" presStyleLbl="revTx" presStyleIdx="1" presStyleCnt="3">
        <dgm:presLayoutVars>
          <dgm:chMax val="1"/>
          <dgm:chPref val="1"/>
        </dgm:presLayoutVars>
      </dgm:prSet>
      <dgm:spPr/>
    </dgm:pt>
    <dgm:pt modelId="{627AD1CB-8228-4E3A-8577-1D36D71B2108}" type="pres">
      <dgm:prSet presAssocID="{696232F9-37CB-467E-B345-45E730548912}" presName="sibTrans" presStyleCnt="0"/>
      <dgm:spPr/>
    </dgm:pt>
    <dgm:pt modelId="{F2134FBD-9BF4-47B4-87A4-D33F7328C49F}" type="pres">
      <dgm:prSet presAssocID="{4CA41E92-B9A1-4D91-B6BD-75589C8190FF}" presName="compNode" presStyleCnt="0"/>
      <dgm:spPr/>
    </dgm:pt>
    <dgm:pt modelId="{1D2C657A-3604-4ACD-9C34-227E232263C9}" type="pres">
      <dgm:prSet presAssocID="{4CA41E92-B9A1-4D91-B6BD-75589C8190F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751B28B3-82A3-4199-BCF7-35234BF595F8}" type="pres">
      <dgm:prSet presAssocID="{4CA41E92-B9A1-4D91-B6BD-75589C8190FF}" presName="spaceRect" presStyleCnt="0"/>
      <dgm:spPr/>
    </dgm:pt>
    <dgm:pt modelId="{E938603D-9546-49E8-BB13-6788392A241E}" type="pres">
      <dgm:prSet presAssocID="{4CA41E92-B9A1-4D91-B6BD-75589C8190FF}" presName="textRect" presStyleLbl="revTx" presStyleIdx="2" presStyleCnt="3">
        <dgm:presLayoutVars>
          <dgm:chMax val="1"/>
          <dgm:chPref val="1"/>
        </dgm:presLayoutVars>
      </dgm:prSet>
      <dgm:spPr/>
    </dgm:pt>
  </dgm:ptLst>
  <dgm:cxnLst>
    <dgm:cxn modelId="{08CF750F-1D47-4E4A-ACC2-EE80C4BC534A}" srcId="{90A24520-1B07-4185-AE43-093EE1321A79}" destId="{04C1C647-9EBC-4254-BB33-B8B026C35FF6}" srcOrd="0" destOrd="0" parTransId="{6DBE1E9A-2055-41A9-B853-7D913426AD83}" sibTransId="{9A443FFC-B60D-4CF2-BC17-25B5A6AF8B19}"/>
    <dgm:cxn modelId="{15C72C12-1851-41F7-B2B9-53DE975C3F39}" type="presOf" srcId="{4CA41E92-B9A1-4D91-B6BD-75589C8190FF}" destId="{E938603D-9546-49E8-BB13-6788392A241E}" srcOrd="0" destOrd="0" presId="urn:microsoft.com/office/officeart/2018/2/layout/IconLabelList"/>
    <dgm:cxn modelId="{8115FE22-53D9-460A-96A4-095626A73A6A}" type="presOf" srcId="{04C1C647-9EBC-4254-BB33-B8B026C35FF6}" destId="{F5079DAD-3186-4501-9C32-077330456730}" srcOrd="0" destOrd="0" presId="urn:microsoft.com/office/officeart/2018/2/layout/IconLabelList"/>
    <dgm:cxn modelId="{36C9CA57-E8B4-4F1D-B9FB-B071D78E1908}" type="presOf" srcId="{90A24520-1B07-4185-AE43-093EE1321A79}" destId="{9D856D49-41FD-4532-9F87-C109595C7A09}" srcOrd="0" destOrd="0" presId="urn:microsoft.com/office/officeart/2018/2/layout/IconLabelList"/>
    <dgm:cxn modelId="{7DE95989-A4CF-44D4-9305-E8BFA2A03358}" type="presOf" srcId="{2577B61F-9606-45DD-AEA6-D2A71E22B85F}" destId="{7A3D0DBA-030B-4BB4-A37C-FB7409F42C5C}" srcOrd="0" destOrd="0" presId="urn:microsoft.com/office/officeart/2018/2/layout/IconLabelList"/>
    <dgm:cxn modelId="{8BBC6F9B-2587-43FF-A3F3-61A10690A5EC}" srcId="{90A24520-1B07-4185-AE43-093EE1321A79}" destId="{2577B61F-9606-45DD-AEA6-D2A71E22B85F}" srcOrd="1" destOrd="0" parTransId="{C688D060-8B17-4CDD-B7DE-F74A0894B21E}" sibTransId="{696232F9-37CB-467E-B345-45E730548912}"/>
    <dgm:cxn modelId="{B7AC03A9-BDF8-4BBD-9422-EBC8060CDFDE}" srcId="{90A24520-1B07-4185-AE43-093EE1321A79}" destId="{4CA41E92-B9A1-4D91-B6BD-75589C8190FF}" srcOrd="2" destOrd="0" parTransId="{339DD1A6-EDCC-4D96-A2BE-61B8242564CC}" sibTransId="{77AFC4E9-83CA-4529-A908-E1594466C819}"/>
    <dgm:cxn modelId="{60F07A98-37AB-4759-AE43-68CC413A812E}" type="presParOf" srcId="{9D856D49-41FD-4532-9F87-C109595C7A09}" destId="{814C3527-8495-4DAA-8107-DA1542F778C3}" srcOrd="0" destOrd="0" presId="urn:microsoft.com/office/officeart/2018/2/layout/IconLabelList"/>
    <dgm:cxn modelId="{E806AD69-F023-4176-A8E6-34BCCFA8B416}" type="presParOf" srcId="{814C3527-8495-4DAA-8107-DA1542F778C3}" destId="{275FB585-0E40-4194-B31D-FD4E1A935D05}" srcOrd="0" destOrd="0" presId="urn:microsoft.com/office/officeart/2018/2/layout/IconLabelList"/>
    <dgm:cxn modelId="{CFC4176D-8B4C-4C0E-BE83-826FB4FF6F7D}" type="presParOf" srcId="{814C3527-8495-4DAA-8107-DA1542F778C3}" destId="{144A4790-F989-4059-8D3B-627859E2529D}" srcOrd="1" destOrd="0" presId="urn:microsoft.com/office/officeart/2018/2/layout/IconLabelList"/>
    <dgm:cxn modelId="{37CB9D7F-ED5A-48B7-8927-C3F1B46F71D9}" type="presParOf" srcId="{814C3527-8495-4DAA-8107-DA1542F778C3}" destId="{F5079DAD-3186-4501-9C32-077330456730}" srcOrd="2" destOrd="0" presId="urn:microsoft.com/office/officeart/2018/2/layout/IconLabelList"/>
    <dgm:cxn modelId="{0AFF85B4-9256-4034-8D60-7EF33658B538}" type="presParOf" srcId="{9D856D49-41FD-4532-9F87-C109595C7A09}" destId="{32E39800-8E62-4E64-AA1B-46A85F3C46E3}" srcOrd="1" destOrd="0" presId="urn:microsoft.com/office/officeart/2018/2/layout/IconLabelList"/>
    <dgm:cxn modelId="{086DC460-12BD-417E-A424-C717930673FD}" type="presParOf" srcId="{9D856D49-41FD-4532-9F87-C109595C7A09}" destId="{58D0B1D3-5B8E-4C1E-A629-20EBA98E8C6D}" srcOrd="2" destOrd="0" presId="urn:microsoft.com/office/officeart/2018/2/layout/IconLabelList"/>
    <dgm:cxn modelId="{64D27335-D57D-4A3E-9E30-2747730F8517}" type="presParOf" srcId="{58D0B1D3-5B8E-4C1E-A629-20EBA98E8C6D}" destId="{A8A9564D-E776-4911-BC07-2CB7E3157F1A}" srcOrd="0" destOrd="0" presId="urn:microsoft.com/office/officeart/2018/2/layout/IconLabelList"/>
    <dgm:cxn modelId="{007DC0D1-03A9-4686-87AF-261F105A015F}" type="presParOf" srcId="{58D0B1D3-5B8E-4C1E-A629-20EBA98E8C6D}" destId="{64D7B445-DF81-4E7C-878F-DDFA01A9E341}" srcOrd="1" destOrd="0" presId="urn:microsoft.com/office/officeart/2018/2/layout/IconLabelList"/>
    <dgm:cxn modelId="{8EB68561-CBF6-4DF9-8B43-7E5D2C5E425D}" type="presParOf" srcId="{58D0B1D3-5B8E-4C1E-A629-20EBA98E8C6D}" destId="{7A3D0DBA-030B-4BB4-A37C-FB7409F42C5C}" srcOrd="2" destOrd="0" presId="urn:microsoft.com/office/officeart/2018/2/layout/IconLabelList"/>
    <dgm:cxn modelId="{D95FE875-C23C-4023-8FE5-38DE8CA112AC}" type="presParOf" srcId="{9D856D49-41FD-4532-9F87-C109595C7A09}" destId="{627AD1CB-8228-4E3A-8577-1D36D71B2108}" srcOrd="3" destOrd="0" presId="urn:microsoft.com/office/officeart/2018/2/layout/IconLabelList"/>
    <dgm:cxn modelId="{7E7D9672-8870-426B-BA1F-9556C5596D4A}" type="presParOf" srcId="{9D856D49-41FD-4532-9F87-C109595C7A09}" destId="{F2134FBD-9BF4-47B4-87A4-D33F7328C49F}" srcOrd="4" destOrd="0" presId="urn:microsoft.com/office/officeart/2018/2/layout/IconLabelList"/>
    <dgm:cxn modelId="{F60EECB3-A22E-47BE-8352-38FF67378EFC}" type="presParOf" srcId="{F2134FBD-9BF4-47B4-87A4-D33F7328C49F}" destId="{1D2C657A-3604-4ACD-9C34-227E232263C9}" srcOrd="0" destOrd="0" presId="urn:microsoft.com/office/officeart/2018/2/layout/IconLabelList"/>
    <dgm:cxn modelId="{873C587C-158C-45D2-AD73-1A82A4F93882}" type="presParOf" srcId="{F2134FBD-9BF4-47B4-87A4-D33F7328C49F}" destId="{751B28B3-82A3-4199-BCF7-35234BF595F8}" srcOrd="1" destOrd="0" presId="urn:microsoft.com/office/officeart/2018/2/layout/IconLabelList"/>
    <dgm:cxn modelId="{8DE1E5DA-A1BF-4F38-9B02-345B82C13011}" type="presParOf" srcId="{F2134FBD-9BF4-47B4-87A4-D33F7328C49F}" destId="{E938603D-9546-49E8-BB13-6788392A241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97F73-3D07-4A5B-AC1E-ADCDD090969A}">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195C35-B9A3-46E8-B980-B2995AB56C3D}">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CA1C8D-C773-4569-BC2C-184C6BB3C524}">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kern="1200"/>
            <a:t>The Waterfall development method does not allow for change during the project. Requirements are gathered before the project, and those specifications cannot be altered until the entire project is completed. </a:t>
          </a:r>
        </a:p>
      </dsp:txBody>
      <dsp:txXfrm>
        <a:off x="1437631" y="531"/>
        <a:ext cx="9077968" cy="1244702"/>
      </dsp:txXfrm>
    </dsp:sp>
    <dsp:sp modelId="{2DFB1BB3-0B5A-4099-A7D2-EA3DBF537839}">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653C13-B093-4A94-892E-427DB7752AE2}">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BA4554-1777-438C-B106-83714F525045}">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kern="1200"/>
            <a:t>Agile however allows for changes throughout the process. As seen with the SNHU Travel project, when stakeholders wished to change the type of vacation packages they offered mid-project. </a:t>
          </a:r>
        </a:p>
      </dsp:txBody>
      <dsp:txXfrm>
        <a:off x="1437631" y="1556410"/>
        <a:ext cx="9077968" cy="1244702"/>
      </dsp:txXfrm>
    </dsp:sp>
    <dsp:sp modelId="{2483C59D-1678-4E6A-98AC-E5CFE7BB46C9}">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55F2F6-EEE9-426E-B24B-750CC44C548F}">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C2E4E7-37EE-4304-BFA1-897C2605E2DE}">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kern="1200"/>
            <a:t>Using the Waterfall method the vacation destinations list would have been built completely then after all the work was completed the team would have had to go back and alter the entire list of vacations to meet the new stakeholder requirements.</a:t>
          </a:r>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FB585-0E40-4194-B31D-FD4E1A935D05}">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079DAD-3186-4501-9C32-077330456730}">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While each of these approaches to software design have their merits. For this particular project with SNHU Travel, the Agile methodology was the right choice.</a:t>
          </a:r>
        </a:p>
      </dsp:txBody>
      <dsp:txXfrm>
        <a:off x="59990" y="2654049"/>
        <a:ext cx="3226223" cy="720000"/>
      </dsp:txXfrm>
    </dsp:sp>
    <dsp:sp modelId="{A8A9564D-E776-4911-BC07-2CB7E3157F1A}">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3D0DBA-030B-4BB4-A37C-FB7409F42C5C}">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Twice during development, the stakeholders requested to make changes and both times the team was able to make these changes right away allowing them to produce working software sooner. </a:t>
          </a:r>
        </a:p>
      </dsp:txBody>
      <dsp:txXfrm>
        <a:off x="3850802" y="2654049"/>
        <a:ext cx="3226223" cy="720000"/>
      </dsp:txXfrm>
    </dsp:sp>
    <dsp:sp modelId="{1D2C657A-3604-4ACD-9C34-227E232263C9}">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38603D-9546-49E8-BB13-6788392A241E}">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Allowing for adaptation during development not only saves the company money, but more importantly time. Time that could be used to bring in more clients and complete projects better and faster. </a:t>
          </a:r>
        </a:p>
      </dsp:txBody>
      <dsp:txXfrm>
        <a:off x="7641615" y="2654049"/>
        <a:ext cx="322622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hyperlink" Target="https://www.atlassian.com/agile/scrum/roles" TargetMode="External"/><Relationship Id="rId2" Type="http://schemas.openxmlformats.org/officeDocument/2006/relationships/hyperlink" Target="https://www.bmc.com/blogs/agile-roles-responsibilities/" TargetMode="External"/><Relationship Id="rId1" Type="http://schemas.openxmlformats.org/officeDocument/2006/relationships/slideLayout" Target="../slideLayouts/slideLayout2.xml"/><Relationship Id="rId5" Type="http://schemas.openxmlformats.org/officeDocument/2006/relationships/hyperlink" Target="https://www.forbes.com/advisor/business/agile-vs-waterfall-methodology/" TargetMode="External"/><Relationship Id="rId4" Type="http://schemas.openxmlformats.org/officeDocument/2006/relationships/hyperlink" Target="https://www.charterglobal.com/what-are-the-5-phases-in-the-software-development-life-cycle-sdl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Rectangle 86">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221803" y="1201002"/>
            <a:ext cx="7208197" cy="2779619"/>
          </a:xfrm>
        </p:spPr>
        <p:txBody>
          <a:bodyPr anchor="b">
            <a:normAutofit/>
          </a:bodyPr>
          <a:lstStyle/>
          <a:p>
            <a:pPr algn="l"/>
            <a:r>
              <a:rPr lang="en-US" sz="4800">
                <a:solidFill>
                  <a:srgbClr val="FFFFFF"/>
                </a:solidFill>
              </a:rPr>
              <a:t>Agile </a:t>
            </a:r>
          </a:p>
        </p:txBody>
      </p:sp>
      <p:sp>
        <p:nvSpPr>
          <p:cNvPr id="3" name="Subtitle 2"/>
          <p:cNvSpPr>
            <a:spLocks noGrp="1"/>
          </p:cNvSpPr>
          <p:nvPr>
            <p:ph type="subTitle" idx="1"/>
          </p:nvPr>
        </p:nvSpPr>
        <p:spPr>
          <a:xfrm>
            <a:off x="4221803" y="4940490"/>
            <a:ext cx="7208197" cy="1265112"/>
          </a:xfrm>
        </p:spPr>
        <p:txBody>
          <a:bodyPr vert="horz" lIns="91440" tIns="45720" rIns="91440" bIns="45720" rtlCol="0">
            <a:normAutofit/>
          </a:bodyPr>
          <a:lstStyle/>
          <a:p>
            <a:pPr algn="l"/>
            <a:r>
              <a:rPr lang="en-US">
                <a:solidFill>
                  <a:srgbClr val="FFFFFF"/>
                </a:solidFill>
              </a:rPr>
              <a:t>Understanding the Scrum/Agile Approach to Software Development</a:t>
            </a:r>
          </a:p>
        </p:txBody>
      </p:sp>
      <p:sp>
        <p:nvSpPr>
          <p:cNvPr id="89" name="Rectangle 88">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63C13-9EAE-5EBD-BBBA-402BAB5B4DF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Agile Roles</a:t>
            </a:r>
          </a:p>
        </p:txBody>
      </p:sp>
      <p:sp>
        <p:nvSpPr>
          <p:cNvPr id="3" name="Content Placeholder 2">
            <a:extLst>
              <a:ext uri="{FF2B5EF4-FFF2-40B4-BE49-F238E27FC236}">
                <a16:creationId xmlns:a16="http://schemas.microsoft.com/office/drawing/2014/main" id="{E73A069B-8395-B1F2-8F9A-EC95F88D398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t>Each role within the Scrum/Agile team brings something different to the table; each is vital and yet they all are collaborative</a:t>
            </a:r>
          </a:p>
          <a:p>
            <a:r>
              <a:rPr lang="en-US" sz="2000"/>
              <a:t>Scrum Master: Facilitator, supporter, distraction minimizer, and more! The Scrum Master guides the daily Scrum, facilitates communication between team members, eliminates impediments to work, supports and coaches the team, and ensures the team has a good understand of the Agile concepts. </a:t>
            </a:r>
          </a:p>
          <a:p>
            <a:r>
              <a:rPr lang="en-US" sz="2000"/>
              <a:t>Product Owner: The product owner is the team's lifeline to the stakeholders. They work with the stakeholders to fully understand the requirements of a project and then convey that to the team. The product owner also manages a list of items to be completed during the Sprints called the product backlog. </a:t>
            </a:r>
          </a:p>
        </p:txBody>
      </p:sp>
    </p:spTree>
    <p:extLst>
      <p:ext uri="{BB962C8B-B14F-4D97-AF65-F5344CB8AC3E}">
        <p14:creationId xmlns:p14="http://schemas.microsoft.com/office/powerpoint/2010/main" val="205029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A7999E-69FB-AFDD-0D40-8E575528FBA8}"/>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Agile Roles (cont.)</a:t>
            </a:r>
          </a:p>
        </p:txBody>
      </p:sp>
      <p:sp>
        <p:nvSpPr>
          <p:cNvPr id="3" name="Content Placeholder 2">
            <a:extLst>
              <a:ext uri="{FF2B5EF4-FFF2-40B4-BE49-F238E27FC236}">
                <a16:creationId xmlns:a16="http://schemas.microsoft.com/office/drawing/2014/main" id="{EE101082-6E21-41D5-4BBC-4E46532EBC77}"/>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dirty="0"/>
              <a:t>Developers and Testers: More than just programmers! Yes, the Agile development team does write code, but they also prepare test cases, self organize, estimate the time it will take for each item to be completed during a Sprint, fix incorrect code, test the program, and make changes to the program on the fly when project requirements change. The Agile developers and testers are the ones working to complete the tasks assigned during Sprints. </a:t>
            </a:r>
          </a:p>
        </p:txBody>
      </p:sp>
    </p:spTree>
    <p:extLst>
      <p:ext uri="{BB962C8B-B14F-4D97-AF65-F5344CB8AC3E}">
        <p14:creationId xmlns:p14="http://schemas.microsoft.com/office/powerpoint/2010/main" val="128616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D0216-DE2B-390A-1F7F-6F62D1AE8992}"/>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Agile Phases</a:t>
            </a:r>
          </a:p>
        </p:txBody>
      </p:sp>
      <p:sp>
        <p:nvSpPr>
          <p:cNvPr id="3" name="Content Placeholder 2">
            <a:extLst>
              <a:ext uri="{FF2B5EF4-FFF2-40B4-BE49-F238E27FC236}">
                <a16:creationId xmlns:a16="http://schemas.microsoft.com/office/drawing/2014/main" id="{1BF97892-6720-05FF-D93A-539C41522ABB}"/>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r>
              <a:rPr lang="en-US" sz="2000"/>
              <a:t>Like any project planning method Agile has phases, however, unlike many other methods the Agile phases are made to be repeated each Sprint</a:t>
            </a:r>
          </a:p>
          <a:p>
            <a:r>
              <a:rPr lang="en-US" sz="2000"/>
              <a:t>Planning: This phase includes working with the stakeholders to find out exactly what they have in mind for their product (what is the end goal? what do you need the software to do? what would you like for the software to do?) This allows the product owner to give the team their first idea of what they will be working on and allowing them to start figuring out how they want to go about it.</a:t>
            </a:r>
          </a:p>
        </p:txBody>
      </p:sp>
    </p:spTree>
    <p:extLst>
      <p:ext uri="{BB962C8B-B14F-4D97-AF65-F5344CB8AC3E}">
        <p14:creationId xmlns:p14="http://schemas.microsoft.com/office/powerpoint/2010/main" val="2379513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A59720-9A72-58A7-AB4E-F4D22A8EBDF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Agile Phases (cont.)</a:t>
            </a:r>
          </a:p>
        </p:txBody>
      </p:sp>
      <p:sp>
        <p:nvSpPr>
          <p:cNvPr id="3" name="Content Placeholder 2">
            <a:extLst>
              <a:ext uri="{FF2B5EF4-FFF2-40B4-BE49-F238E27FC236}">
                <a16:creationId xmlns:a16="http://schemas.microsoft.com/office/drawing/2014/main" id="{17474F7C-6D78-A6E4-6512-AEFE661FD920}"/>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sz="2000"/>
              <a:t>Design: The design phase allows the team to begin working on ideas for what the user interface will entail, what coding languages will be best for this project, what level of security is appropriate, even what databases will need to be included. This phases lays the framework for the coding work to begin. </a:t>
            </a:r>
          </a:p>
          <a:p>
            <a:pPr marL="0" indent="0">
              <a:buNone/>
            </a:pPr>
            <a:endParaRPr lang="en-US" sz="2000"/>
          </a:p>
          <a:p>
            <a:r>
              <a:rPr lang="en-US" sz="2000"/>
              <a:t>Development: During this phase the actual coding begins. The Agile development team works together to produce code that meets the requirements conveyed by the product owner and ensures that it is all done in a concise and accurate manner.</a:t>
            </a:r>
          </a:p>
        </p:txBody>
      </p:sp>
    </p:spTree>
    <p:extLst>
      <p:ext uri="{BB962C8B-B14F-4D97-AF65-F5344CB8AC3E}">
        <p14:creationId xmlns:p14="http://schemas.microsoft.com/office/powerpoint/2010/main" val="142647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55CEED-25A2-D126-DA0E-859998F48829}"/>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Agile Phases (cont.)</a:t>
            </a:r>
          </a:p>
        </p:txBody>
      </p:sp>
      <p:sp>
        <p:nvSpPr>
          <p:cNvPr id="3" name="Content Placeholder 2">
            <a:extLst>
              <a:ext uri="{FF2B5EF4-FFF2-40B4-BE49-F238E27FC236}">
                <a16:creationId xmlns:a16="http://schemas.microsoft.com/office/drawing/2014/main" id="{A65D5106-D028-488F-35F6-7C7B8518227B}"/>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sz="2000"/>
              <a:t>Testing: After the code is written it must be tested to ensure that it functions correctly. This doesn't just mean that the code runs, but also that it meets the requirements for the users. The code needs to run, be secure, and function as intended. Once it is thoroughly tested the code can be deployed. </a:t>
            </a:r>
          </a:p>
          <a:p>
            <a:endParaRPr lang="en-US" sz="2000"/>
          </a:p>
          <a:p>
            <a:r>
              <a:rPr lang="en-US" sz="2000"/>
              <a:t>Maintenance: Even after the code is deployed it still needs to be maintained. This allows for updates to ensure everything is working as expected and always secure for the software users. </a:t>
            </a:r>
          </a:p>
        </p:txBody>
      </p:sp>
    </p:spTree>
    <p:extLst>
      <p:ext uri="{BB962C8B-B14F-4D97-AF65-F5344CB8AC3E}">
        <p14:creationId xmlns:p14="http://schemas.microsoft.com/office/powerpoint/2010/main" val="2155364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7AA966-F6B1-0B7F-6428-6071766EE5A7}"/>
              </a:ext>
            </a:extLst>
          </p:cNvPr>
          <p:cNvSpPr>
            <a:spLocks noGrp="1"/>
          </p:cNvSpPr>
          <p:nvPr>
            <p:ph type="title"/>
          </p:nvPr>
        </p:nvSpPr>
        <p:spPr>
          <a:xfrm>
            <a:off x="841248" y="256032"/>
            <a:ext cx="10506456" cy="1014984"/>
          </a:xfrm>
        </p:spPr>
        <p:txBody>
          <a:bodyPr anchor="b">
            <a:normAutofit/>
          </a:bodyPr>
          <a:lstStyle/>
          <a:p>
            <a:r>
              <a:rPr lang="en-US"/>
              <a:t>The Waterfall Method</a:t>
            </a:r>
          </a:p>
        </p:txBody>
      </p:sp>
      <p:sp>
        <p:nvSpPr>
          <p:cNvPr id="29" name="Rectangle 2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1" name="Content Placeholder 2">
            <a:extLst>
              <a:ext uri="{FF2B5EF4-FFF2-40B4-BE49-F238E27FC236}">
                <a16:creationId xmlns:a16="http://schemas.microsoft.com/office/drawing/2014/main" id="{819230E3-68D9-2C1A-3D1B-79CD7D07390F}"/>
              </a:ext>
            </a:extLst>
          </p:cNvPr>
          <p:cNvGraphicFramePr>
            <a:graphicFrameLocks noGrp="1"/>
          </p:cNvGraphicFramePr>
          <p:nvPr>
            <p:ph idx="1"/>
            <p:extLst>
              <p:ext uri="{D42A27DB-BD31-4B8C-83A1-F6EECF244321}">
                <p14:modId xmlns:p14="http://schemas.microsoft.com/office/powerpoint/2010/main" val="149845909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8311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47E005-F264-357C-4437-2F9C0DE9BA5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Waterfall vs. Agile</a:t>
            </a:r>
          </a:p>
        </p:txBody>
      </p:sp>
      <p:graphicFrame>
        <p:nvGraphicFramePr>
          <p:cNvPr id="5" name="Content Placeholder 2">
            <a:extLst>
              <a:ext uri="{FF2B5EF4-FFF2-40B4-BE49-F238E27FC236}">
                <a16:creationId xmlns:a16="http://schemas.microsoft.com/office/drawing/2014/main" id="{7A27C6DE-7173-8142-6E58-C8DEF8531733}"/>
              </a:ext>
            </a:extLst>
          </p:cNvPr>
          <p:cNvGraphicFramePr>
            <a:graphicFrameLocks noGrp="1"/>
          </p:cNvGraphicFramePr>
          <p:nvPr>
            <p:ph idx="1"/>
            <p:extLst>
              <p:ext uri="{D42A27DB-BD31-4B8C-83A1-F6EECF244321}">
                <p14:modId xmlns:p14="http://schemas.microsoft.com/office/powerpoint/2010/main" val="288681076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1464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0DAC46-38E9-EE01-3B2B-D027EC99F64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References</a:t>
            </a:r>
          </a:p>
        </p:txBody>
      </p:sp>
      <p:sp>
        <p:nvSpPr>
          <p:cNvPr id="3" name="Content Placeholder 2">
            <a:extLst>
              <a:ext uri="{FF2B5EF4-FFF2-40B4-BE49-F238E27FC236}">
                <a16:creationId xmlns:a16="http://schemas.microsoft.com/office/drawing/2014/main" id="{09368999-580C-40B2-DFC3-FE70C8C538BF}"/>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t>BMCSoftware. (2025, July 18). </a:t>
            </a:r>
            <a:r>
              <a:rPr lang="en-US" sz="2000" i="1"/>
              <a:t>Agile Roles and Responsibilities. </a:t>
            </a:r>
            <a:r>
              <a:rPr lang="en-US" sz="2000"/>
              <a:t>BMC. </a:t>
            </a:r>
            <a:r>
              <a:rPr lang="en-US" sz="2000">
                <a:ea typeface="+mn-lt"/>
                <a:cs typeface="+mn-lt"/>
                <a:hlinkClick r:id="rId2"/>
              </a:rPr>
              <a:t>https://www.bmc.com/blogs/agile-roles-responsibilities/</a:t>
            </a:r>
            <a:endParaRPr lang="en-US" sz="2000">
              <a:ea typeface="+mn-lt"/>
              <a:cs typeface="+mn-lt"/>
            </a:endParaRPr>
          </a:p>
          <a:p>
            <a:r>
              <a:rPr lang="en-US" sz="2000"/>
              <a:t>West, D. (2026). </a:t>
            </a:r>
            <a:r>
              <a:rPr lang="en-US" sz="2000" i="1"/>
              <a:t>Agile Scrum Roles and Responsibilities. </a:t>
            </a:r>
            <a:r>
              <a:rPr lang="en-US" sz="2000"/>
              <a:t>Atlassian. </a:t>
            </a:r>
            <a:r>
              <a:rPr lang="en-US" sz="2000">
                <a:ea typeface="+mn-lt"/>
                <a:cs typeface="+mn-lt"/>
                <a:hlinkClick r:id="rId3"/>
              </a:rPr>
              <a:t>https://www.atlassian.com/agile/scrum/roles</a:t>
            </a:r>
          </a:p>
          <a:p>
            <a:r>
              <a:rPr lang="en-US" sz="2000">
                <a:ea typeface="+mn-lt"/>
                <a:cs typeface="+mn-lt"/>
              </a:rPr>
              <a:t>Charter Global. (2025, April 8). </a:t>
            </a:r>
            <a:r>
              <a:rPr lang="en-US" sz="2000" i="1">
                <a:ea typeface="+mn-lt"/>
                <a:cs typeface="+mn-lt"/>
              </a:rPr>
              <a:t>What are the 5 phases in the Software Development Life Cycle (SDLC)? </a:t>
            </a:r>
            <a:r>
              <a:rPr lang="en-US" sz="2000">
                <a:ea typeface="+mn-lt"/>
                <a:cs typeface="+mn-lt"/>
              </a:rPr>
              <a:t>Charter Global. </a:t>
            </a:r>
            <a:r>
              <a:rPr lang="en-US" sz="2000">
                <a:ea typeface="+mn-lt"/>
                <a:cs typeface="+mn-lt"/>
                <a:hlinkClick r:id="rId4"/>
              </a:rPr>
              <a:t>https://www.charterglobal.com/what-are-the-5-phases-in-the-software-development-life-cycle-sdlc/</a:t>
            </a:r>
          </a:p>
          <a:p>
            <a:r>
              <a:rPr lang="en-US" sz="2000">
                <a:ea typeface="+mn-lt"/>
                <a:cs typeface="+mn-lt"/>
              </a:rPr>
              <a:t>Webb, T. &amp; Williams, R. (2025, June 30). </a:t>
            </a:r>
            <a:r>
              <a:rPr lang="en-US" sz="2000" i="1">
                <a:ea typeface="+mn-lt"/>
                <a:cs typeface="+mn-lt"/>
              </a:rPr>
              <a:t>Agile vs. Waterfall: Which Project Management Methodology Is Best For You? </a:t>
            </a:r>
            <a:r>
              <a:rPr lang="en-US" sz="2000">
                <a:ea typeface="+mn-lt"/>
                <a:cs typeface="+mn-lt"/>
              </a:rPr>
              <a:t>Forbes. </a:t>
            </a:r>
            <a:r>
              <a:rPr lang="en-US" sz="2000">
                <a:ea typeface="+mn-lt"/>
                <a:cs typeface="+mn-lt"/>
                <a:hlinkClick r:id="rId5"/>
              </a:rPr>
              <a:t>https://www.forbes.com/advisor/business/agile-vs-waterfall-methodology/</a:t>
            </a:r>
          </a:p>
          <a:p>
            <a:pPr marL="0" indent="0">
              <a:buNone/>
            </a:pPr>
            <a:endParaRPr lang="en-US" sz="2000">
              <a:ea typeface="+mn-lt"/>
              <a:cs typeface="+mn-lt"/>
            </a:endParaRPr>
          </a:p>
        </p:txBody>
      </p:sp>
    </p:spTree>
    <p:extLst>
      <p:ext uri="{BB962C8B-B14F-4D97-AF65-F5344CB8AC3E}">
        <p14:creationId xmlns:p14="http://schemas.microsoft.com/office/powerpoint/2010/main" val="3542799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Agile </vt:lpstr>
      <vt:lpstr>Agile Roles</vt:lpstr>
      <vt:lpstr>Agile Roles (cont.)</vt:lpstr>
      <vt:lpstr>Agile Phases</vt:lpstr>
      <vt:lpstr>Agile Phases (cont.)</vt:lpstr>
      <vt:lpstr>Agile Phases (cont.)</vt:lpstr>
      <vt:lpstr>The Waterfall Method</vt:lpstr>
      <vt:lpstr>Waterfall vs. Agile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430</cp:revision>
  <dcterms:created xsi:type="dcterms:W3CDTF">2026-02-19T22:13:20Z</dcterms:created>
  <dcterms:modified xsi:type="dcterms:W3CDTF">2026-02-19T23:49:30Z</dcterms:modified>
</cp:coreProperties>
</file>